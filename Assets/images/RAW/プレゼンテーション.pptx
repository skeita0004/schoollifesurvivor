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B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B5FC98-7E32-6F06-84FE-2635050AFFEF}" v="25" dt="2025-10-17T14:49:29.5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佐藤 颯晃" userId="4195f5c6-30a1-45c4-9e4e-5ec274ca62f2" providerId="ADAL" clId="{E3451804-6882-4772-949A-80B2C5BBFA7C}"/>
    <pc:docChg chg="undo redo custSel addSld delSld modSld modMainMaster">
      <pc:chgData name="佐藤 颯晃" userId="4195f5c6-30a1-45c4-9e4e-5ec274ca62f2" providerId="ADAL" clId="{E3451804-6882-4772-949A-80B2C5BBFA7C}" dt="2025-10-14T15:18:03.923" v="146" actId="2711"/>
      <pc:docMkLst>
        <pc:docMk/>
      </pc:docMkLst>
      <pc:sldChg chg="addSp delSp modSp new mod setBg setClrOvrMap">
        <pc:chgData name="佐藤 颯晃" userId="4195f5c6-30a1-45c4-9e4e-5ec274ca62f2" providerId="ADAL" clId="{E3451804-6882-4772-949A-80B2C5BBFA7C}" dt="2025-10-14T15:18:03.923" v="146" actId="2711"/>
        <pc:sldMkLst>
          <pc:docMk/>
          <pc:sldMk cId="1609540936" sldId="257"/>
        </pc:sldMkLst>
        <pc:spChg chg="mod">
          <ac:chgData name="佐藤 颯晃" userId="4195f5c6-30a1-45c4-9e4e-5ec274ca62f2" providerId="ADAL" clId="{E3451804-6882-4772-949A-80B2C5BBFA7C}" dt="2025-10-14T15:09:10.136" v="123" actId="1076"/>
          <ac:spMkLst>
            <pc:docMk/>
            <pc:sldMk cId="1609540936" sldId="257"/>
            <ac:spMk id="2" creationId="{090F429B-450E-F6FB-0DCB-8A18FF7032E9}"/>
          </ac:spMkLst>
        </pc:spChg>
        <pc:spChg chg="mod">
          <ac:chgData name="佐藤 颯晃" userId="4195f5c6-30a1-45c4-9e4e-5ec274ca62f2" providerId="ADAL" clId="{E3451804-6882-4772-949A-80B2C5BBFA7C}" dt="2025-10-14T15:09:28.148" v="126" actId="1076"/>
          <ac:spMkLst>
            <pc:docMk/>
            <pc:sldMk cId="1609540936" sldId="257"/>
            <ac:spMk id="3" creationId="{A3476CAD-197F-C551-DC47-5A7D0D399080}"/>
          </ac:spMkLst>
        </pc:spChg>
        <pc:spChg chg="add mod">
          <ac:chgData name="佐藤 颯晃" userId="4195f5c6-30a1-45c4-9e4e-5ec274ca62f2" providerId="ADAL" clId="{E3451804-6882-4772-949A-80B2C5BBFA7C}" dt="2025-10-14T15:18:03.923" v="146" actId="2711"/>
          <ac:spMkLst>
            <pc:docMk/>
            <pc:sldMk cId="1609540936" sldId="257"/>
            <ac:spMk id="4" creationId="{F52CB73A-B614-257E-D082-BBD2865D44A0}"/>
          </ac:spMkLst>
        </pc:spChg>
        <pc:spChg chg="add">
          <ac:chgData name="佐藤 颯晃" userId="4195f5c6-30a1-45c4-9e4e-5ec274ca62f2" providerId="ADAL" clId="{E3451804-6882-4772-949A-80B2C5BBFA7C}" dt="2025-10-14T15:02:30.560" v="111" actId="26606"/>
          <ac:spMkLst>
            <pc:docMk/>
            <pc:sldMk cId="1609540936" sldId="257"/>
            <ac:spMk id="14" creationId="{71B2258F-86CA-4D4D-8270-BC05FCDEBFB3}"/>
          </ac:spMkLst>
        </pc:spChg>
        <pc:picChg chg="add mod ord">
          <ac:chgData name="佐藤 颯晃" userId="4195f5c6-30a1-45c4-9e4e-5ec274ca62f2" providerId="ADAL" clId="{E3451804-6882-4772-949A-80B2C5BBFA7C}" dt="2025-10-14T15:09:13.128" v="124" actId="1076"/>
          <ac:picMkLst>
            <pc:docMk/>
            <pc:sldMk cId="1609540936" sldId="257"/>
            <ac:picMk id="9" creationId="{17DCE858-1C1D-48EA-91C9-66792ECCA837}"/>
          </ac:picMkLst>
        </pc:picChg>
      </pc:sldChg>
      <pc:sldMasterChg chg="modTransition">
        <pc:chgData name="佐藤 颯晃" userId="4195f5c6-30a1-45c4-9e4e-5ec274ca62f2" providerId="ADAL" clId="{E3451804-6882-4772-949A-80B2C5BBFA7C}" dt="2025-10-14T14:33:55.869" v="3" actId="12563"/>
        <pc:sldMasterMkLst>
          <pc:docMk/>
          <pc:sldMasterMk cId="2330741264" sldId="2147483648"/>
        </pc:sldMasterMkLst>
      </pc:sldMasterChg>
    </pc:docChg>
  </pc:docChgLst>
  <pc:docChgLst>
    <pc:chgData name="佐藤 颯晃" userId="S::250094@jc-21.jp::4195f5c6-30a1-45c4-9e4e-5ec274ca62f2" providerId="AD" clId="Web-{32B5FC98-7E32-6F06-84FE-2635050AFFEF}"/>
    <pc:docChg chg="modSld">
      <pc:chgData name="佐藤 颯晃" userId="S::250094@jc-21.jp::4195f5c6-30a1-45c4-9e4e-5ec274ca62f2" providerId="AD" clId="Web-{32B5FC98-7E32-6F06-84FE-2635050AFFEF}" dt="2025-10-17T14:49:29.554" v="24"/>
      <pc:docMkLst>
        <pc:docMk/>
      </pc:docMkLst>
      <pc:sldChg chg="modSp">
        <pc:chgData name="佐藤 颯晃" userId="S::250094@jc-21.jp::4195f5c6-30a1-45c4-9e4e-5ec274ca62f2" providerId="AD" clId="Web-{32B5FC98-7E32-6F06-84FE-2635050AFFEF}" dt="2025-10-17T14:49:29.554" v="24"/>
        <pc:sldMkLst>
          <pc:docMk/>
          <pc:sldMk cId="1609540936" sldId="257"/>
        </pc:sldMkLst>
        <pc:picChg chg="mod">
          <ac:chgData name="佐藤 颯晃" userId="S::250094@jc-21.jp::4195f5c6-30a1-45c4-9e4e-5ec274ca62f2" providerId="AD" clId="Web-{32B5FC98-7E32-6F06-84FE-2635050AFFEF}" dt="2025-10-17T14:49:29.554" v="24"/>
          <ac:picMkLst>
            <pc:docMk/>
            <pc:sldMk cId="1609540936" sldId="257"/>
            <ac:picMk id="9" creationId="{17DCE858-1C1D-48EA-91C9-66792ECCA83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A03569-CC53-94A0-D919-CADC0F63F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C1C74DC-8F11-559F-0C5E-C3266F9491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C85A5C-2C57-CBCC-EA92-9E03B945B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11/30/2025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A8B6C1-83BF-2A69-6515-91FCEFF8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4DA65E-AD07-7383-2FF0-694489506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212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08FCBD-2EC1-01C1-DDE8-DD5423E93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9D6569-1C2A-2150-2F05-BC5699DFE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D13D41-1393-D1C5-34AE-214BE850F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11/30/2025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C24FE6-5946-1645-B85E-BC6F0E261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D08685-2563-3225-0BF1-9C16FF48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9622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69111E-7545-A905-1083-2D5E982E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F4CF57-E7F6-65C7-2BB8-0A582E1D2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401A58-27C4-D74A-834B-C3B2B1946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11/30/2025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A04E00-5D45-2E4B-DF73-921A98041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9B32BC-CF11-2404-A1FC-8CC39056D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7772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065DCA-84BD-5AD1-8DB0-D4822AF3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6A230F-1DAD-5D22-F69F-86B244DE4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968C540-7555-DE0D-CC5A-9DE885AA4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8148AB-2D6F-69BF-9CC0-F4E3D1FA9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11/30/2025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AF1F28F-9D4F-B097-4580-0A34B2DC3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3C8F76-7DE1-2EBE-5A36-EEC94366E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561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0D6F46-B3ED-31B5-0E64-E4FF6D4B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114658-22A7-D897-6558-F2B5E53C8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088507E-A566-D1DD-1B1B-EC9A7529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35F242A-228B-0B72-CA77-175DEF7366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E41B648-1494-201B-12DD-7FE9B6923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7B8AEB0-70F1-32E8-6AA3-2FA48E401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11/30/2025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CC90DE4-5112-5676-1E63-2F97F2CF7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F801202-3794-8D4F-DE5D-A42526BB3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7567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4EF326-A105-02B1-121C-6D8BDA426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32B7335-2A63-1839-EECF-A1E36D553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11/30/2025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FC24A17-D6E3-7B96-F31B-B28E3F675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A9BE30A-4D34-FA5A-0E43-BF41ED468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496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5A0455A-2B35-BF5E-7E62-E945674D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11/30/2025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41C161A-3D31-CE05-B17A-3AF43CBBE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6F54EB-F657-2D36-CFFE-4E6BCAD3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3678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717F11-5181-C42D-3C63-BCBFA58D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70EBEE-7C5B-C020-46C8-757ED4DC1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3B8A01C-0257-D5ED-6A85-2B07E0145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67B2B5-3571-AD95-078D-AE9DEF41A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11/30/2025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133E8E1-C576-D01F-99B1-A69D5AC2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D2D6FE-8984-6A57-5DCD-B0A96CA03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70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4B4998-5ACB-18F6-13E9-76286F171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B9E9040-263C-3ED9-D366-359619944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1D0E3E3-5CEF-715F-BD7E-FF64ECF70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3DA4E9-477B-29A8-E5C7-B45FC2181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11/30/2025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0EAD7E-FF3E-6D6A-A791-C6EE367AA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5BA3CE-A421-ACB7-EC92-E751726F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445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3D6AF3-08C0-3AEE-BE23-8E2BA5D38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CF546E9-3A88-BA2E-CD78-1E86F80A1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423BF5-4D5C-BE70-DCC0-919826373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11/30/2025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4315FD-FC68-D1AF-460E-A85F27D04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218D00-E97A-FDE3-021F-252675CFA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4004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CB1C1F6-3742-A2CB-D137-9C4890B4DE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AC50E9-0708-7F2C-86D3-EBCBD86BA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A19457-1C37-2C33-E5CD-AD701B4E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11/30/2025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1F4F41-66F8-C758-A160-A04BA0E65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7628A5-22C2-25D4-631D-4CC49C428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3164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EFA38F7-8709-61F8-E8BD-1902334C1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11FA9A-9D8F-790B-BAC2-41354ED3D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AFF144-A610-1595-63EE-A6EAB466E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C61420-BDD5-C945-AC53-C75C4391CF49}" type="datetimeFigureOut">
              <a:rPr kumimoji="1" lang="en-US" altLang="ja-JP" smtClean="0"/>
              <a:t>11/30/2025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0D4E14-CB96-C5E3-AA69-47970E1AA3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485F4C-E46E-6B7D-97E8-D56633A33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0741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17DCE858-1C1D-48EA-91C9-66792ECCA83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3794" b="39956"/>
          <a:stretch>
            <a:fillRect/>
          </a:stretch>
        </p:blipFill>
        <p:spPr>
          <a:xfrm>
            <a:off x="20" y="0"/>
            <a:ext cx="12191980" cy="685799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90F429B-450E-F6FB-0DCB-8A18FF703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09" y="-1841277"/>
            <a:ext cx="10969782" cy="351097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kumimoji="1" lang="ja-JP" altLang="en-US" sz="9600" b="1" i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卒業おめでとう！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476CAD-197F-C551-DC47-5A7D0D399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23821" y="1405640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kumimoji="1" lang="en-US" altLang="ja-JP" sz="2400" b="1" i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〜</a:t>
            </a:r>
            <a:r>
              <a:rPr kumimoji="1" lang="ja-JP" altLang="en-US" sz="2400" b="1" i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ゲームクリア</a:t>
            </a:r>
            <a:r>
              <a:rPr kumimoji="1" lang="en-US" altLang="ja-JP" sz="2400" b="1" i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〜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52CB73A-B614-257E-D082-BBD2865D44A0}"/>
              </a:ext>
            </a:extLst>
          </p:cNvPr>
          <p:cNvSpPr txBox="1"/>
          <p:nvPr/>
        </p:nvSpPr>
        <p:spPr>
          <a:xfrm>
            <a:off x="6820277" y="6299704"/>
            <a:ext cx="559554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0" i="1" u="none" strike="noStrike" dirty="0">
                <a:effectLst/>
                <a:latin typeface="+mj-lt"/>
              </a:rPr>
              <a:t>~</a:t>
            </a:r>
            <a:r>
              <a:rPr lang="af-ZA" altLang="ja-JP" sz="2800" b="0" i="1" u="none" strike="noStrike" dirty="0">
                <a:effectLst/>
                <a:latin typeface="+mj-lt"/>
              </a:rPr>
              <a:t>Thank you for your hard work</a:t>
            </a:r>
            <a:r>
              <a:rPr lang="en-US" altLang="ja-JP" sz="2800" i="1" dirty="0">
                <a:latin typeface="+mj-lt"/>
              </a:rPr>
              <a:t> !~</a:t>
            </a:r>
            <a:endParaRPr lang="af-ZA" altLang="ja-JP" sz="2800" b="0" i="1" u="none" strike="noStrike" dirty="0">
              <a:effectLst/>
              <a:latin typeface="+mj-lt"/>
            </a:endParaRPr>
          </a:p>
          <a:p>
            <a:pPr algn="l"/>
            <a:endParaRPr lang="ja-JP" altLang="en-US" dirty="0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BA723CC0-CF22-4037-1BE0-49DD3407FA72}"/>
              </a:ext>
            </a:extLst>
          </p:cNvPr>
          <p:cNvSpPr txBox="1">
            <a:spLocks/>
          </p:cNvSpPr>
          <p:nvPr/>
        </p:nvSpPr>
        <p:spPr>
          <a:xfrm>
            <a:off x="1524000" y="4106417"/>
            <a:ext cx="9144000" cy="1098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ja-JP" sz="2400" b="1" i="1" dirty="0">
                <a:solidFill>
                  <a:schemeClr val="tx1">
                    <a:lumMod val="95000"/>
                  </a:schemeClr>
                </a:solidFill>
              </a:rPr>
              <a:t>A</a:t>
            </a:r>
            <a:r>
              <a:rPr lang="ja-JP" altLang="en-US" sz="2400" b="1" i="1" dirty="0">
                <a:solidFill>
                  <a:schemeClr val="tx1">
                    <a:lumMod val="95000"/>
                  </a:schemeClr>
                </a:solidFill>
              </a:rPr>
              <a:t>ボタンでタイトルへ</a:t>
            </a:r>
            <a:endParaRPr lang="en-US" altLang="ja-JP" sz="2400" b="1" i="1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540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7892D89-650B-099B-3D64-D5E0D4B02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A66E6EB8-CA33-C720-6654-836AC4E3D9DE}"/>
              </a:ext>
            </a:extLst>
          </p:cNvPr>
          <p:cNvSpPr txBox="1">
            <a:spLocks/>
          </p:cNvSpPr>
          <p:nvPr/>
        </p:nvSpPr>
        <p:spPr>
          <a:xfrm>
            <a:off x="1524000" y="2879802"/>
            <a:ext cx="9144000" cy="1098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ja-JP" sz="2400" b="1" dirty="0">
                <a:solidFill>
                  <a:schemeClr val="bg1"/>
                </a:solidFill>
              </a:rPr>
              <a:t>A</a:t>
            </a:r>
            <a:r>
              <a:rPr lang="ja-JP" altLang="en-US" sz="2400" b="1" dirty="0">
                <a:solidFill>
                  <a:schemeClr val="bg1"/>
                </a:solidFill>
              </a:rPr>
              <a:t>ボタンでタイトルへ</a:t>
            </a:r>
            <a:endParaRPr lang="en-US" altLang="ja-JP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133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FEA3A-DFE1-CEB9-9A4A-C9ADB315A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F92FA08-F8AF-74E5-AAE3-539651A01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2841" r="98523">
                        <a14:foregroundMark x1="8087" y1="41136" x2="7159" y2="45000"/>
                        <a14:foregroundMark x1="8523" y1="39318" x2="8087" y2="41136"/>
                        <a14:foregroundMark x1="2841" y1="44091" x2="4773" y2="44091"/>
                        <a14:foregroundMark x1="55682" y1="46477" x2="52386" y2="48750"/>
                        <a14:foregroundMark x1="66023" y1="33295" x2="67386" y2="32727"/>
                        <a14:foregroundMark x1="94318" y1="41705" x2="93864" y2="42614"/>
                        <a14:foregroundMark x1="97159" y1="44091" x2="98523" y2="43068"/>
                        <a14:backgroundMark x1="18636" y1="36818" x2="18636" y2="36818"/>
                        <a14:backgroundMark x1="34886" y1="32159" x2="34886" y2="32159"/>
                        <a14:backgroundMark x1="44432" y1="31477" x2="44432" y2="31477"/>
                        <a14:backgroundMark x1="8977" y1="39205" x2="8977" y2="39205"/>
                        <a14:backgroundMark x1="9659" y1="41136" x2="9659" y2="41136"/>
                        <a14:backgroundMark x1="99886" y1="43182" x2="99886" y2="43182"/>
                        <a14:backgroundMark x1="90682" y1="39886" x2="90682" y2="39886"/>
                        <a14:backgroundMark x1="73864" y1="60682" x2="73864" y2="60682"/>
                        <a14:backgroundMark x1="79205" y1="59659" x2="79205" y2="59659"/>
                        <a14:backgroundMark x1="86023" y1="61136" x2="86023" y2="61136"/>
                        <a14:backgroundMark x1="25455" y1="60682" x2="25455" y2="60682"/>
                        <a14:backgroundMark x1="20341" y1="59205" x2="20341" y2="59205"/>
                        <a14:backgroundMark x1="20114" y1="60682" x2="20114" y2="60682"/>
                        <a14:backgroundMark x1="8864" y1="39205" x2="8864" y2="39205"/>
                        <a14:backgroundMark x1="8636" y1="38977" x2="8636" y2="38977"/>
                        <a14:backgroundMark x1="46705" y1="63523" x2="46705" y2="63523"/>
                        <a14:backgroundMark x1="64318" y1="62273" x2="64318" y2="62273"/>
                        <a14:backgroundMark x1="39318" y1="30000" x2="39318" y2="30000"/>
                        <a14:backgroundMark x1="47955" y1="36136" x2="48068" y2="36136"/>
                        <a14:backgroundMark x1="52159" y1="37045" x2="52159" y2="370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798" b="23502"/>
          <a:stretch>
            <a:fillRect/>
          </a:stretch>
        </p:blipFill>
        <p:spPr>
          <a:xfrm>
            <a:off x="2667000" y="-73893"/>
            <a:ext cx="6858000" cy="3888511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E6E2FB9-B6EE-481F-2C3B-1DB5A248156A}"/>
              </a:ext>
            </a:extLst>
          </p:cNvPr>
          <p:cNvSpPr txBox="1"/>
          <p:nvPr/>
        </p:nvSpPr>
        <p:spPr>
          <a:xfrm>
            <a:off x="3024909" y="3814618"/>
            <a:ext cx="6142182" cy="251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3600" b="1" dirty="0">
                <a:ln w="19050">
                  <a:solidFill>
                    <a:schemeClr val="tx1"/>
                  </a:solidFill>
                </a:ln>
                <a:solidFill>
                  <a:srgbClr val="3AB5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プレイ：</a:t>
            </a:r>
            <a:r>
              <a:rPr kumimoji="1" lang="en-US" altLang="ja-JP" sz="3600" b="1" dirty="0">
                <a:ln w="19050">
                  <a:solidFill>
                    <a:schemeClr val="tx1"/>
                  </a:solidFill>
                </a:ln>
                <a:solidFill>
                  <a:srgbClr val="3AB5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</a:t>
            </a:r>
            <a:r>
              <a:rPr kumimoji="1" lang="ja-JP" altLang="en-US" sz="3600" b="1" dirty="0">
                <a:ln w="19050">
                  <a:solidFill>
                    <a:schemeClr val="tx1"/>
                  </a:solidFill>
                </a:ln>
                <a:solidFill>
                  <a:srgbClr val="3AB5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</a:t>
            </a:r>
            <a:endParaRPr kumimoji="1" lang="en-US" altLang="ja-JP" sz="3600" b="1" dirty="0">
              <a:ln w="19050">
                <a:solidFill>
                  <a:schemeClr val="tx1"/>
                </a:solidFill>
              </a:ln>
              <a:solidFill>
                <a:srgbClr val="3AB5FF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3600" b="1" dirty="0">
                <a:ln w="19050">
                  <a:solidFill>
                    <a:schemeClr val="tx1"/>
                  </a:solidFill>
                </a:ln>
                <a:solidFill>
                  <a:srgbClr val="3AB5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ガイド：</a:t>
            </a:r>
            <a:r>
              <a:rPr lang="en-US" altLang="ja-JP" sz="3600" b="1" dirty="0">
                <a:ln w="19050">
                  <a:solidFill>
                    <a:schemeClr val="tx1"/>
                  </a:solidFill>
                </a:ln>
                <a:solidFill>
                  <a:srgbClr val="3AB5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X</a:t>
            </a:r>
            <a:r>
              <a:rPr lang="ja-JP" altLang="en-US" sz="3600" b="1" dirty="0">
                <a:ln w="19050">
                  <a:solidFill>
                    <a:schemeClr val="tx1"/>
                  </a:solidFill>
                </a:ln>
                <a:solidFill>
                  <a:srgbClr val="3AB5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</a:t>
            </a:r>
            <a:endParaRPr lang="en-US" altLang="ja-JP" sz="3600" b="1" dirty="0">
              <a:ln w="19050">
                <a:solidFill>
                  <a:schemeClr val="tx1"/>
                </a:solidFill>
              </a:ln>
              <a:solidFill>
                <a:srgbClr val="3AB5FF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3600" b="1" dirty="0">
                <a:ln w="19050">
                  <a:solidFill>
                    <a:schemeClr val="tx1"/>
                  </a:solidFill>
                </a:ln>
                <a:solidFill>
                  <a:srgbClr val="3AB5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終了   ：</a:t>
            </a:r>
            <a:r>
              <a:rPr kumimoji="1" lang="en-US" altLang="ja-JP" sz="3600" b="1" dirty="0">
                <a:ln w="19050">
                  <a:solidFill>
                    <a:schemeClr val="tx1"/>
                  </a:solidFill>
                </a:ln>
                <a:solidFill>
                  <a:srgbClr val="3AB5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SELECT</a:t>
            </a:r>
            <a:r>
              <a:rPr kumimoji="1" lang="ja-JP" altLang="en-US" sz="3600" b="1" dirty="0">
                <a:ln w="19050">
                  <a:solidFill>
                    <a:schemeClr val="tx1"/>
                  </a:solidFill>
                </a:ln>
                <a:solidFill>
                  <a:srgbClr val="3AB5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</a:t>
            </a:r>
          </a:p>
        </p:txBody>
      </p:sp>
    </p:spTree>
    <p:extLst>
      <p:ext uri="{BB962C8B-B14F-4D97-AF65-F5344CB8AC3E}">
        <p14:creationId xmlns:p14="http://schemas.microsoft.com/office/powerpoint/2010/main" val="2382992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ワイド画面</PresentationFormat>
  <Paragraphs>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メイリオ</vt:lpstr>
      <vt:lpstr>游ゴシック</vt:lpstr>
      <vt:lpstr>游ゴシック Light</vt:lpstr>
      <vt:lpstr>Arial</vt:lpstr>
      <vt:lpstr>Office テーマ</vt:lpstr>
      <vt:lpstr>卒業おめでとう！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卒業おめでとう！</dc:title>
  <dc:creator>佐藤 颯晃</dc:creator>
  <cp:lastModifiedBy>齋藤 啓大</cp:lastModifiedBy>
  <cp:revision>18</cp:revision>
  <dcterms:created xsi:type="dcterms:W3CDTF">2025-10-14T14:32:47Z</dcterms:created>
  <dcterms:modified xsi:type="dcterms:W3CDTF">2025-11-30T06:25:09Z</dcterms:modified>
</cp:coreProperties>
</file>