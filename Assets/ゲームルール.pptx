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FFBE"/>
    <a:srgbClr val="ECFC05"/>
    <a:srgbClr val="57EBFF"/>
    <a:srgbClr val="FFCCE0"/>
    <a:srgbClr val="FF8A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FE8258-E17F-D182-3DC5-910D8754E24A}" v="323" dt="2025-10-09T13:54:46.226"/>
    <p1510:client id="{DF368209-5813-5C2F-3B3B-31401A8D2FEA}" v="274" dt="2025-10-09T14:26:49.4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佐藤 颯晃" userId="S::250094@jc-21.jp::4195f5c6-30a1-45c4-9e4e-5ec274ca62f2" providerId="AD" clId="Web-{DF368209-5813-5C2F-3B3B-31401A8D2FEA}"/>
    <pc:docChg chg="modSld">
      <pc:chgData name="佐藤 颯晃" userId="S::250094@jc-21.jp::4195f5c6-30a1-45c4-9e4e-5ec274ca62f2" providerId="AD" clId="Web-{DF368209-5813-5C2F-3B3B-31401A8D2FEA}" dt="2025-10-09T14:26:49.450" v="217" actId="1076"/>
      <pc:docMkLst>
        <pc:docMk/>
      </pc:docMkLst>
      <pc:sldChg chg="addSp modSp">
        <pc:chgData name="佐藤 颯晃" userId="S::250094@jc-21.jp::4195f5c6-30a1-45c4-9e4e-5ec274ca62f2" providerId="AD" clId="Web-{DF368209-5813-5C2F-3B3B-31401A8D2FEA}" dt="2025-10-09T14:13:43.407" v="168" actId="1076"/>
        <pc:sldMkLst>
          <pc:docMk/>
          <pc:sldMk cId="4254337832" sldId="257"/>
        </pc:sldMkLst>
        <pc:spChg chg="mod">
          <ac:chgData name="佐藤 颯晃" userId="S::250094@jc-21.jp::4195f5c6-30a1-45c4-9e4e-5ec274ca62f2" providerId="AD" clId="Web-{DF368209-5813-5C2F-3B3B-31401A8D2FEA}" dt="2025-10-09T14:13:43.407" v="168" actId="1076"/>
          <ac:spMkLst>
            <pc:docMk/>
            <pc:sldMk cId="4254337832" sldId="257"/>
            <ac:spMk id="2" creationId="{28935645-2153-4028-5500-FDFFA03BA9C1}"/>
          </ac:spMkLst>
        </pc:spChg>
        <pc:spChg chg="mod">
          <ac:chgData name="佐藤 颯晃" userId="S::250094@jc-21.jp::4195f5c6-30a1-45c4-9e4e-5ec274ca62f2" providerId="AD" clId="Web-{DF368209-5813-5C2F-3B3B-31401A8D2FEA}" dt="2025-10-09T14:13:32.266" v="161" actId="1076"/>
          <ac:spMkLst>
            <pc:docMk/>
            <pc:sldMk cId="4254337832" sldId="257"/>
            <ac:spMk id="8" creationId="{3A3C5EF0-E3BB-CF09-479E-7813473DBBE7}"/>
          </ac:spMkLst>
        </pc:spChg>
        <pc:spChg chg="mod">
          <ac:chgData name="佐藤 颯晃" userId="S::250094@jc-21.jp::4195f5c6-30a1-45c4-9e4e-5ec274ca62f2" providerId="AD" clId="Web-{DF368209-5813-5C2F-3B3B-31401A8D2FEA}" dt="2025-10-09T14:13:32.266" v="162" actId="1076"/>
          <ac:spMkLst>
            <pc:docMk/>
            <pc:sldMk cId="4254337832" sldId="257"/>
            <ac:spMk id="11" creationId="{A4EBB71F-6E04-FA57-7A7A-AEF89B612E83}"/>
          </ac:spMkLst>
        </pc:spChg>
        <pc:spChg chg="mod">
          <ac:chgData name="佐藤 颯晃" userId="S::250094@jc-21.jp::4195f5c6-30a1-45c4-9e4e-5ec274ca62f2" providerId="AD" clId="Web-{DF368209-5813-5C2F-3B3B-31401A8D2FEA}" dt="2025-10-09T14:13:32.281" v="164" actId="1076"/>
          <ac:spMkLst>
            <pc:docMk/>
            <pc:sldMk cId="4254337832" sldId="257"/>
            <ac:spMk id="22" creationId="{4604B178-8F7B-08EF-E268-C090D87D8DBC}"/>
          </ac:spMkLst>
        </pc:spChg>
        <pc:grpChg chg="add mod ord">
          <ac:chgData name="佐藤 颯晃" userId="S::250094@jc-21.jp::4195f5c6-30a1-45c4-9e4e-5ec274ca62f2" providerId="AD" clId="Web-{DF368209-5813-5C2F-3B3B-31401A8D2FEA}" dt="2025-10-09T14:13:43.407" v="167" actId="1076"/>
          <ac:grpSpMkLst>
            <pc:docMk/>
            <pc:sldMk cId="4254337832" sldId="257"/>
            <ac:grpSpMk id="6" creationId="{10D85417-113A-57E5-E3FF-63792F6C6E68}"/>
          </ac:grpSpMkLst>
        </pc:grpChg>
        <pc:grpChg chg="mod">
          <ac:chgData name="佐藤 颯晃" userId="S::250094@jc-21.jp::4195f5c6-30a1-45c4-9e4e-5ec274ca62f2" providerId="AD" clId="Web-{DF368209-5813-5C2F-3B3B-31401A8D2FEA}" dt="2025-10-09T14:13:32.250" v="160" actId="1076"/>
          <ac:grpSpMkLst>
            <pc:docMk/>
            <pc:sldMk cId="4254337832" sldId="257"/>
            <ac:grpSpMk id="7" creationId="{8FE2888D-822F-B156-6846-3625DC019FF2}"/>
          </ac:grpSpMkLst>
        </pc:grpChg>
        <pc:cxnChg chg="mod">
          <ac:chgData name="佐藤 颯晃" userId="S::250094@jc-21.jp::4195f5c6-30a1-45c4-9e4e-5ec274ca62f2" providerId="AD" clId="Web-{DF368209-5813-5C2F-3B3B-31401A8D2FEA}" dt="2025-10-09T14:13:32.266" v="163" actId="1076"/>
          <ac:cxnSpMkLst>
            <pc:docMk/>
            <pc:sldMk cId="4254337832" sldId="257"/>
            <ac:cxnSpMk id="21" creationId="{01F969B0-A6E3-77EB-FC96-974707E3E6E6}"/>
          </ac:cxnSpMkLst>
        </pc:cxnChg>
        <pc:cxnChg chg="mod">
          <ac:chgData name="佐藤 颯晃" userId="S::250094@jc-21.jp::4195f5c6-30a1-45c4-9e4e-5ec274ca62f2" providerId="AD" clId="Web-{DF368209-5813-5C2F-3B3B-31401A8D2FEA}" dt="2025-10-09T14:13:32.281" v="165" actId="1076"/>
          <ac:cxnSpMkLst>
            <pc:docMk/>
            <pc:sldMk cId="4254337832" sldId="257"/>
            <ac:cxnSpMk id="23" creationId="{D561A353-B04D-C296-A316-51B0D0C98D8C}"/>
          </ac:cxnSpMkLst>
        </pc:cxnChg>
        <pc:cxnChg chg="mod">
          <ac:chgData name="佐藤 颯晃" userId="S::250094@jc-21.jp::4195f5c6-30a1-45c4-9e4e-5ec274ca62f2" providerId="AD" clId="Web-{DF368209-5813-5C2F-3B3B-31401A8D2FEA}" dt="2025-10-09T14:13:32.281" v="166" actId="1076"/>
          <ac:cxnSpMkLst>
            <pc:docMk/>
            <pc:sldMk cId="4254337832" sldId="257"/>
            <ac:cxnSpMk id="27" creationId="{C017C13B-139F-D997-200F-A0C1B88B2A47}"/>
          </ac:cxnSpMkLst>
        </pc:cxnChg>
      </pc:sldChg>
      <pc:sldChg chg="addSp delSp modSp">
        <pc:chgData name="佐藤 颯晃" userId="S::250094@jc-21.jp::4195f5c6-30a1-45c4-9e4e-5ec274ca62f2" providerId="AD" clId="Web-{DF368209-5813-5C2F-3B3B-31401A8D2FEA}" dt="2025-10-09T14:26:49.450" v="217" actId="1076"/>
        <pc:sldMkLst>
          <pc:docMk/>
          <pc:sldMk cId="144351722" sldId="258"/>
        </pc:sldMkLst>
        <pc:spChg chg="mod">
          <ac:chgData name="佐藤 颯晃" userId="S::250094@jc-21.jp::4195f5c6-30a1-45c4-9e4e-5ec274ca62f2" providerId="AD" clId="Web-{DF368209-5813-5C2F-3B3B-31401A8D2FEA}" dt="2025-10-09T14:14:27.236" v="180" actId="1076"/>
          <ac:spMkLst>
            <pc:docMk/>
            <pc:sldMk cId="144351722" sldId="258"/>
            <ac:spMk id="2" creationId="{85BA7A3D-9222-093F-BC49-22DE732E56C5}"/>
          </ac:spMkLst>
        </pc:spChg>
        <pc:spChg chg="del">
          <ac:chgData name="佐藤 颯晃" userId="S::250094@jc-21.jp::4195f5c6-30a1-45c4-9e4e-5ec274ca62f2" providerId="AD" clId="Web-{DF368209-5813-5C2F-3B3B-31401A8D2FEA}" dt="2025-10-09T14:16:58.348" v="185"/>
          <ac:spMkLst>
            <pc:docMk/>
            <pc:sldMk cId="144351722" sldId="258"/>
            <ac:spMk id="3" creationId="{3369E0F2-7882-868B-47C2-13EF64BF1900}"/>
          </ac:spMkLst>
        </pc:spChg>
        <pc:spChg chg="add mod">
          <ac:chgData name="佐藤 颯晃" userId="S::250094@jc-21.jp::4195f5c6-30a1-45c4-9e4e-5ec274ca62f2" providerId="AD" clId="Web-{DF368209-5813-5C2F-3B3B-31401A8D2FEA}" dt="2025-10-09T14:24:51.554" v="212" actId="14100"/>
          <ac:spMkLst>
            <pc:docMk/>
            <pc:sldMk cId="144351722" sldId="258"/>
            <ac:spMk id="10" creationId="{B8CB92F1-8547-A2C4-56F7-961114DF99BB}"/>
          </ac:spMkLst>
        </pc:spChg>
        <pc:grpChg chg="add del mod ord">
          <ac:chgData name="佐藤 颯晃" userId="S::250094@jc-21.jp::4195f5c6-30a1-45c4-9e4e-5ec274ca62f2" providerId="AD" clId="Web-{DF368209-5813-5C2F-3B3B-31401A8D2FEA}" dt="2025-10-09T14:14:27.236" v="179" actId="1076"/>
          <ac:grpSpMkLst>
            <pc:docMk/>
            <pc:sldMk cId="144351722" sldId="258"/>
            <ac:grpSpMk id="7" creationId="{E3EE86F2-EEEF-7E5F-1ED4-B5CC9524668A}"/>
          </ac:grpSpMkLst>
        </pc:grpChg>
        <pc:picChg chg="add mod ord">
          <ac:chgData name="佐藤 颯晃" userId="S::250094@jc-21.jp::4195f5c6-30a1-45c4-9e4e-5ec274ca62f2" providerId="AD" clId="Web-{DF368209-5813-5C2F-3B3B-31401A8D2FEA}" dt="2025-10-09T14:23:35.580" v="198" actId="1076"/>
          <ac:picMkLst>
            <pc:docMk/>
            <pc:sldMk cId="144351722" sldId="258"/>
            <ac:picMk id="8" creationId="{F120F4CF-A86A-B15B-6374-EBDD25D516D3}"/>
          </ac:picMkLst>
        </pc:picChg>
        <pc:picChg chg="add mod">
          <ac:chgData name="佐藤 颯晃" userId="S::250094@jc-21.jp::4195f5c6-30a1-45c4-9e4e-5ec274ca62f2" providerId="AD" clId="Web-{DF368209-5813-5C2F-3B3B-31401A8D2FEA}" dt="2025-10-09T14:23:46.050" v="202" actId="1076"/>
          <ac:picMkLst>
            <pc:docMk/>
            <pc:sldMk cId="144351722" sldId="258"/>
            <ac:picMk id="9" creationId="{7C2B21D7-4A8B-A7D6-1EB0-D8EAAA5DDDBF}"/>
          </ac:picMkLst>
        </pc:picChg>
        <pc:picChg chg="add mod">
          <ac:chgData name="佐藤 颯晃" userId="S::250094@jc-21.jp::4195f5c6-30a1-45c4-9e4e-5ec274ca62f2" providerId="AD" clId="Web-{DF368209-5813-5C2F-3B3B-31401A8D2FEA}" dt="2025-10-09T14:25:06.055" v="213"/>
          <ac:picMkLst>
            <pc:docMk/>
            <pc:sldMk cId="144351722" sldId="258"/>
            <ac:picMk id="11" creationId="{E6B154C8-CE6D-89A1-5E92-601C9FCB9927}"/>
          </ac:picMkLst>
        </pc:picChg>
        <pc:picChg chg="add mod">
          <ac:chgData name="佐藤 颯晃" userId="S::250094@jc-21.jp::4195f5c6-30a1-45c4-9e4e-5ec274ca62f2" providerId="AD" clId="Web-{DF368209-5813-5C2F-3B3B-31401A8D2FEA}" dt="2025-10-09T14:26:49.450" v="217" actId="1076"/>
          <ac:picMkLst>
            <pc:docMk/>
            <pc:sldMk cId="144351722" sldId="258"/>
            <ac:picMk id="12" creationId="{DBBD2BC1-30A5-CBB8-ED31-ABF5A5EADE83}"/>
          </ac:picMkLst>
        </pc:picChg>
        <pc:picChg chg="add mod">
          <ac:chgData name="佐藤 颯晃" userId="S::250094@jc-21.jp::4195f5c6-30a1-45c4-9e4e-5ec274ca62f2" providerId="AD" clId="Web-{DF368209-5813-5C2F-3B3B-31401A8D2FEA}" dt="2025-10-09T14:26:47.513" v="216" actId="1076"/>
          <ac:picMkLst>
            <pc:docMk/>
            <pc:sldMk cId="144351722" sldId="258"/>
            <ac:picMk id="13" creationId="{0D9AD2C6-892A-2FAD-048F-89ECC42B56A7}"/>
          </ac:picMkLst>
        </pc:picChg>
      </pc:sldChg>
      <pc:sldChg chg="addSp delSp modSp">
        <pc:chgData name="佐藤 颯晃" userId="S::250094@jc-21.jp::4195f5c6-30a1-45c4-9e4e-5ec274ca62f2" providerId="AD" clId="Web-{DF368209-5813-5C2F-3B3B-31401A8D2FEA}" dt="2025-10-09T14:15:44.425" v="184" actId="20577"/>
        <pc:sldMkLst>
          <pc:docMk/>
          <pc:sldMk cId="2920979680" sldId="259"/>
        </pc:sldMkLst>
        <pc:spChg chg="mod">
          <ac:chgData name="佐藤 颯晃" userId="S::250094@jc-21.jp::4195f5c6-30a1-45c4-9e4e-5ec274ca62f2" providerId="AD" clId="Web-{DF368209-5813-5C2F-3B3B-31401A8D2FEA}" dt="2025-10-09T14:15:44.425" v="184" actId="20577"/>
          <ac:spMkLst>
            <pc:docMk/>
            <pc:sldMk cId="2920979680" sldId="259"/>
            <ac:spMk id="2" creationId="{604B9731-C851-E07B-B573-5C535FCA2CDE}"/>
          </ac:spMkLst>
        </pc:spChg>
        <pc:spChg chg="add del mod ord">
          <ac:chgData name="佐藤 颯晃" userId="S::250094@jc-21.jp::4195f5c6-30a1-45c4-9e4e-5ec274ca62f2" providerId="AD" clId="Web-{DF368209-5813-5C2F-3B3B-31401A8D2FEA}" dt="2025-10-09T14:02:15.361" v="37"/>
          <ac:spMkLst>
            <pc:docMk/>
            <pc:sldMk cId="2920979680" sldId="259"/>
            <ac:spMk id="5" creationId="{3592F5FB-89B2-7AA5-5816-5A8CF7110AE3}"/>
          </ac:spMkLst>
        </pc:spChg>
        <pc:spChg chg="mod">
          <ac:chgData name="佐藤 颯晃" userId="S::250094@jc-21.jp::4195f5c6-30a1-45c4-9e4e-5ec274ca62f2" providerId="AD" clId="Web-{DF368209-5813-5C2F-3B3B-31401A8D2FEA}" dt="2025-10-09T14:10:28.370" v="120" actId="20577"/>
          <ac:spMkLst>
            <pc:docMk/>
            <pc:sldMk cId="2920979680" sldId="259"/>
            <ac:spMk id="6" creationId="{405ACA9A-E1CA-7C2D-835F-DB66683A3C11}"/>
          </ac:spMkLst>
        </pc:spChg>
        <pc:spChg chg="mod">
          <ac:chgData name="佐藤 颯晃" userId="S::250094@jc-21.jp::4195f5c6-30a1-45c4-9e4e-5ec274ca62f2" providerId="AD" clId="Web-{DF368209-5813-5C2F-3B3B-31401A8D2FEA}" dt="2025-10-09T14:10:19.307" v="118" actId="20577"/>
          <ac:spMkLst>
            <pc:docMk/>
            <pc:sldMk cId="2920979680" sldId="259"/>
            <ac:spMk id="8" creationId="{64F4F1E4-3BA6-9F5B-D801-DACA5A438F61}"/>
          </ac:spMkLst>
        </pc:spChg>
        <pc:spChg chg="mod">
          <ac:chgData name="佐藤 颯晃" userId="S::250094@jc-21.jp::4195f5c6-30a1-45c4-9e4e-5ec274ca62f2" providerId="AD" clId="Web-{DF368209-5813-5C2F-3B3B-31401A8D2FEA}" dt="2025-10-09T14:00:26.172" v="25" actId="20577"/>
          <ac:spMkLst>
            <pc:docMk/>
            <pc:sldMk cId="2920979680" sldId="259"/>
            <ac:spMk id="11" creationId="{8D1BCEA0-78B5-5937-500F-2A9D639AF250}"/>
          </ac:spMkLst>
        </pc:spChg>
        <pc:spChg chg="add mod">
          <ac:chgData name="佐藤 颯晃" userId="S::250094@jc-21.jp::4195f5c6-30a1-45c4-9e4e-5ec274ca62f2" providerId="AD" clId="Web-{DF368209-5813-5C2F-3B3B-31401A8D2FEA}" dt="2025-10-09T14:04:40.019" v="50" actId="1076"/>
          <ac:spMkLst>
            <pc:docMk/>
            <pc:sldMk cId="2920979680" sldId="259"/>
            <ac:spMk id="12" creationId="{6DD9657F-373F-463A-5E06-827C2E7629E7}"/>
          </ac:spMkLst>
        </pc:spChg>
        <pc:spChg chg="add mod ord">
          <ac:chgData name="佐藤 颯晃" userId="S::250094@jc-21.jp::4195f5c6-30a1-45c4-9e4e-5ec274ca62f2" providerId="AD" clId="Web-{DF368209-5813-5C2F-3B3B-31401A8D2FEA}" dt="2025-10-09T14:04:48.910" v="52" actId="1076"/>
          <ac:spMkLst>
            <pc:docMk/>
            <pc:sldMk cId="2920979680" sldId="259"/>
            <ac:spMk id="15" creationId="{76279101-B50E-A6F6-F261-2DF8ACDD2D73}"/>
          </ac:spMkLst>
        </pc:spChg>
        <pc:spChg chg="mod">
          <ac:chgData name="佐藤 颯晃" userId="S::250094@jc-21.jp::4195f5c6-30a1-45c4-9e4e-5ec274ca62f2" providerId="AD" clId="Web-{DF368209-5813-5C2F-3B3B-31401A8D2FEA}" dt="2025-10-09T14:11:20.809" v="141" actId="20577"/>
          <ac:spMkLst>
            <pc:docMk/>
            <pc:sldMk cId="2920979680" sldId="259"/>
            <ac:spMk id="24" creationId="{241F14B9-17B8-4914-CBE8-6B0FD213450D}"/>
          </ac:spMkLst>
        </pc:spChg>
        <pc:spChg chg="mod">
          <ac:chgData name="佐藤 颯晃" userId="S::250094@jc-21.jp::4195f5c6-30a1-45c4-9e4e-5ec274ca62f2" providerId="AD" clId="Web-{DF368209-5813-5C2F-3B3B-31401A8D2FEA}" dt="2025-10-09T14:00:30.516" v="26" actId="20577"/>
          <ac:spMkLst>
            <pc:docMk/>
            <pc:sldMk cId="2920979680" sldId="259"/>
            <ac:spMk id="28" creationId="{623300AC-C9A2-9589-55D8-C5BBBD90B1F3}"/>
          </ac:spMkLst>
        </pc:spChg>
        <pc:spChg chg="add mod">
          <ac:chgData name="佐藤 颯晃" userId="S::250094@jc-21.jp::4195f5c6-30a1-45c4-9e4e-5ec274ca62f2" providerId="AD" clId="Web-{DF368209-5813-5C2F-3B3B-31401A8D2FEA}" dt="2025-10-09T14:09:01.163" v="98" actId="1076"/>
          <ac:spMkLst>
            <pc:docMk/>
            <pc:sldMk cId="2920979680" sldId="259"/>
            <ac:spMk id="30" creationId="{208D5DC9-A278-C76E-39D2-A8A41F73C118}"/>
          </ac:spMkLst>
        </pc:spChg>
        <pc:spChg chg="add mod">
          <ac:chgData name="佐藤 颯晃" userId="S::250094@jc-21.jp::4195f5c6-30a1-45c4-9e4e-5ec274ca62f2" providerId="AD" clId="Web-{DF368209-5813-5C2F-3B3B-31401A8D2FEA}" dt="2025-10-09T14:08:25.958" v="90" actId="1076"/>
          <ac:spMkLst>
            <pc:docMk/>
            <pc:sldMk cId="2920979680" sldId="259"/>
            <ac:spMk id="31" creationId="{86D283E4-38E6-9722-55BF-235D874A16A5}"/>
          </ac:spMkLst>
        </pc:spChg>
        <pc:grpChg chg="add mod ord">
          <ac:chgData name="佐藤 颯晃" userId="S::250094@jc-21.jp::4195f5c6-30a1-45c4-9e4e-5ec274ca62f2" providerId="AD" clId="Web-{DF368209-5813-5C2F-3B3B-31401A8D2FEA}" dt="2025-10-09T14:05:12.319" v="57" actId="1076"/>
          <ac:grpSpMkLst>
            <pc:docMk/>
            <pc:sldMk cId="2920979680" sldId="259"/>
            <ac:grpSpMk id="29" creationId="{7772CE07-4B39-4EF6-483F-BE66CACD99E5}"/>
          </ac:grpSpMkLst>
        </pc:grpChg>
        <pc:picChg chg="add mod">
          <ac:chgData name="佐藤 颯晃" userId="S::250094@jc-21.jp::4195f5c6-30a1-45c4-9e4e-5ec274ca62f2" providerId="AD" clId="Web-{DF368209-5813-5C2F-3B3B-31401A8D2FEA}" dt="2025-10-09T14:10:39.933" v="124" actId="1076"/>
          <ac:picMkLst>
            <pc:docMk/>
            <pc:sldMk cId="2920979680" sldId="259"/>
            <ac:picMk id="3" creationId="{BC37257E-C14E-FA9D-8ED7-5394D2803027}"/>
          </ac:picMkLst>
        </pc:picChg>
        <pc:picChg chg="mod">
          <ac:chgData name="佐藤 颯晃" userId="S::250094@jc-21.jp::4195f5c6-30a1-45c4-9e4e-5ec274ca62f2" providerId="AD" clId="Web-{DF368209-5813-5C2F-3B3B-31401A8D2FEA}" dt="2025-10-09T13:58:14.811" v="4" actId="1076"/>
          <ac:picMkLst>
            <pc:docMk/>
            <pc:sldMk cId="2920979680" sldId="259"/>
            <ac:picMk id="17" creationId="{5380A95E-F29E-3195-8D31-899EADE3E137}"/>
          </ac:picMkLst>
        </pc:picChg>
        <pc:picChg chg="mod">
          <ac:chgData name="佐藤 颯晃" userId="S::250094@jc-21.jp::4195f5c6-30a1-45c4-9e4e-5ec274ca62f2" providerId="AD" clId="Web-{DF368209-5813-5C2F-3B3B-31401A8D2FEA}" dt="2025-10-09T13:58:56.280" v="12" actId="1076"/>
          <ac:picMkLst>
            <pc:docMk/>
            <pc:sldMk cId="2920979680" sldId="259"/>
            <ac:picMk id="18" creationId="{86EE46FA-AA8F-E1E5-507B-61254EDE320E}"/>
          </ac:picMkLst>
        </pc:picChg>
        <pc:picChg chg="mod">
          <ac:chgData name="佐藤 颯晃" userId="S::250094@jc-21.jp::4195f5c6-30a1-45c4-9e4e-5ec274ca62f2" providerId="AD" clId="Web-{DF368209-5813-5C2F-3B3B-31401A8D2FEA}" dt="2025-10-09T13:58:12.389" v="3" actId="1076"/>
          <ac:picMkLst>
            <pc:docMk/>
            <pc:sldMk cId="2920979680" sldId="259"/>
            <ac:picMk id="27" creationId="{962718F0-08A8-1554-6103-E63F9F1AFF4D}"/>
          </ac:picMkLst>
        </pc:picChg>
        <pc:cxnChg chg="del">
          <ac:chgData name="佐藤 颯晃" userId="S::250094@jc-21.jp::4195f5c6-30a1-45c4-9e4e-5ec274ca62f2" providerId="AD" clId="Web-{DF368209-5813-5C2F-3B3B-31401A8D2FEA}" dt="2025-10-09T13:59:41.031" v="19"/>
          <ac:cxnSpMkLst>
            <pc:docMk/>
            <pc:sldMk cId="2920979680" sldId="259"/>
            <ac:cxnSpMk id="21" creationId="{70831E29-7289-87B4-6F92-76F61A56A551}"/>
          </ac:cxnSpMkLst>
        </pc:cxnChg>
      </pc:sldChg>
    </pc:docChg>
  </pc:docChgLst>
  <pc:docChgLst>
    <pc:chgData name="佐藤 颯晃" userId="S::250094@jc-21.jp::4195f5c6-30a1-45c4-9e4e-5ec274ca62f2" providerId="AD" clId="Web-{CDFE8258-E17F-D182-3DC5-910D8754E24A}"/>
    <pc:docChg chg="addSld delSld modSld">
      <pc:chgData name="佐藤 颯晃" userId="S::250094@jc-21.jp::4195f5c6-30a1-45c4-9e4e-5ec274ca62f2" providerId="AD" clId="Web-{CDFE8258-E17F-D182-3DC5-910D8754E24A}" dt="2025-10-09T13:54:46.226" v="266" actId="20577"/>
      <pc:docMkLst>
        <pc:docMk/>
      </pc:docMkLst>
      <pc:sldChg chg="modSp mod setBg">
        <pc:chgData name="佐藤 颯晃" userId="S::250094@jc-21.jp::4195f5c6-30a1-45c4-9e4e-5ec274ca62f2" providerId="AD" clId="Web-{CDFE8258-E17F-D182-3DC5-910D8754E24A}" dt="2025-10-09T13:42:17.131" v="95" actId="1076"/>
        <pc:sldMkLst>
          <pc:docMk/>
          <pc:sldMk cId="4254337832" sldId="257"/>
        </pc:sldMkLst>
        <pc:spChg chg="mod">
          <ac:chgData name="佐藤 颯晃" userId="S::250094@jc-21.jp::4195f5c6-30a1-45c4-9e4e-5ec274ca62f2" providerId="AD" clId="Web-{CDFE8258-E17F-D182-3DC5-910D8754E24A}" dt="2025-10-09T13:42:17.131" v="95" actId="1076"/>
          <ac:spMkLst>
            <pc:docMk/>
            <pc:sldMk cId="4254337832" sldId="257"/>
            <ac:spMk id="2" creationId="{28935645-2153-4028-5500-FDFFA03BA9C1}"/>
          </ac:spMkLst>
        </pc:spChg>
      </pc:sldChg>
      <pc:sldChg chg="modSp mod setBg">
        <pc:chgData name="佐藤 颯晃" userId="S::250094@jc-21.jp::4195f5c6-30a1-45c4-9e4e-5ec274ca62f2" providerId="AD" clId="Web-{CDFE8258-E17F-D182-3DC5-910D8754E24A}" dt="2025-10-09T12:57:30.907" v="29" actId="20577"/>
        <pc:sldMkLst>
          <pc:docMk/>
          <pc:sldMk cId="144351722" sldId="258"/>
        </pc:sldMkLst>
        <pc:spChg chg="mod">
          <ac:chgData name="佐藤 颯晃" userId="S::250094@jc-21.jp::4195f5c6-30a1-45c4-9e4e-5ec274ca62f2" providerId="AD" clId="Web-{CDFE8258-E17F-D182-3DC5-910D8754E24A}" dt="2025-10-09T12:57:30.907" v="29" actId="20577"/>
          <ac:spMkLst>
            <pc:docMk/>
            <pc:sldMk cId="144351722" sldId="258"/>
            <ac:spMk id="2" creationId="{85BA7A3D-9222-093F-BC49-22DE732E56C5}"/>
          </ac:spMkLst>
        </pc:spChg>
      </pc:sldChg>
      <pc:sldChg chg="addSp delSp modSp mod setBg">
        <pc:chgData name="佐藤 颯晃" userId="S::250094@jc-21.jp::4195f5c6-30a1-45c4-9e4e-5ec274ca62f2" providerId="AD" clId="Web-{CDFE8258-E17F-D182-3DC5-910D8754E24A}" dt="2025-10-09T13:54:46.226" v="266" actId="20577"/>
        <pc:sldMkLst>
          <pc:docMk/>
          <pc:sldMk cId="2920979680" sldId="259"/>
        </pc:sldMkLst>
        <pc:spChg chg="mod">
          <ac:chgData name="佐藤 颯晃" userId="S::250094@jc-21.jp::4195f5c6-30a1-45c4-9e4e-5ec274ca62f2" providerId="AD" clId="Web-{CDFE8258-E17F-D182-3DC5-910D8754E24A}" dt="2025-10-09T13:54:46.226" v="266" actId="20577"/>
          <ac:spMkLst>
            <pc:docMk/>
            <pc:sldMk cId="2920979680" sldId="259"/>
            <ac:spMk id="2" creationId="{604B9731-C851-E07B-B573-5C535FCA2CDE}"/>
          </ac:spMkLst>
        </pc:spChg>
        <pc:spChg chg="del">
          <ac:chgData name="佐藤 颯晃" userId="S::250094@jc-21.jp::4195f5c6-30a1-45c4-9e4e-5ec274ca62f2" providerId="AD" clId="Web-{CDFE8258-E17F-D182-3DC5-910D8754E24A}" dt="2025-10-09T12:54:57.809" v="8"/>
          <ac:spMkLst>
            <pc:docMk/>
            <pc:sldMk cId="2920979680" sldId="259"/>
            <ac:spMk id="3" creationId="{3FE203F5-6BAD-CFAF-4AC2-5BC7EE65623B}"/>
          </ac:spMkLst>
        </pc:spChg>
        <pc:spChg chg="add mod">
          <ac:chgData name="佐藤 颯晃" userId="S::250094@jc-21.jp::4195f5c6-30a1-45c4-9e4e-5ec274ca62f2" providerId="AD" clId="Web-{CDFE8258-E17F-D182-3DC5-910D8754E24A}" dt="2025-10-09T13:49:48.904" v="185" actId="1076"/>
          <ac:spMkLst>
            <pc:docMk/>
            <pc:sldMk cId="2920979680" sldId="259"/>
            <ac:spMk id="6" creationId="{405ACA9A-E1CA-7C2D-835F-DB66683A3C11}"/>
          </ac:spMkLst>
        </pc:spChg>
        <pc:spChg chg="add mod">
          <ac:chgData name="佐藤 颯晃" userId="S::250094@jc-21.jp::4195f5c6-30a1-45c4-9e4e-5ec274ca62f2" providerId="AD" clId="Web-{CDFE8258-E17F-D182-3DC5-910D8754E24A}" dt="2025-10-09T13:44:48.260" v="130" actId="1076"/>
          <ac:spMkLst>
            <pc:docMk/>
            <pc:sldMk cId="2920979680" sldId="259"/>
            <ac:spMk id="8" creationId="{64F4F1E4-3BA6-9F5B-D801-DACA5A438F61}"/>
          </ac:spMkLst>
        </pc:spChg>
        <pc:spChg chg="add mod">
          <ac:chgData name="佐藤 颯晃" userId="S::250094@jc-21.jp::4195f5c6-30a1-45c4-9e4e-5ec274ca62f2" providerId="AD" clId="Web-{CDFE8258-E17F-D182-3DC5-910D8754E24A}" dt="2025-10-09T13:41:39.365" v="90" actId="1076"/>
          <ac:spMkLst>
            <pc:docMk/>
            <pc:sldMk cId="2920979680" sldId="259"/>
            <ac:spMk id="11" creationId="{8D1BCEA0-78B5-5937-500F-2A9D639AF250}"/>
          </ac:spMkLst>
        </pc:spChg>
        <pc:spChg chg="add del">
          <ac:chgData name="佐藤 颯晃" userId="S::250094@jc-21.jp::4195f5c6-30a1-45c4-9e4e-5ec274ca62f2" providerId="AD" clId="Web-{CDFE8258-E17F-D182-3DC5-910D8754E24A}" dt="2025-10-09T13:44:04.210" v="116"/>
          <ac:spMkLst>
            <pc:docMk/>
            <pc:sldMk cId="2920979680" sldId="259"/>
            <ac:spMk id="15" creationId="{E88455BE-8283-EEBD-FBE9-1DB28F7955B1}"/>
          </ac:spMkLst>
        </pc:spChg>
        <pc:spChg chg="add mod">
          <ac:chgData name="佐藤 颯晃" userId="S::250094@jc-21.jp::4195f5c6-30a1-45c4-9e4e-5ec274ca62f2" providerId="AD" clId="Web-{CDFE8258-E17F-D182-3DC5-910D8754E24A}" dt="2025-10-09T13:54:30.786" v="263" actId="20577"/>
          <ac:spMkLst>
            <pc:docMk/>
            <pc:sldMk cId="2920979680" sldId="259"/>
            <ac:spMk id="16" creationId="{4E036455-7D8B-52C0-A503-030C878DB513}"/>
          </ac:spMkLst>
        </pc:spChg>
        <pc:spChg chg="add mod">
          <ac:chgData name="佐藤 颯晃" userId="S::250094@jc-21.jp::4195f5c6-30a1-45c4-9e4e-5ec274ca62f2" providerId="AD" clId="Web-{CDFE8258-E17F-D182-3DC5-910D8754E24A}" dt="2025-10-09T13:52:21.412" v="224" actId="1076"/>
          <ac:spMkLst>
            <pc:docMk/>
            <pc:sldMk cId="2920979680" sldId="259"/>
            <ac:spMk id="19" creationId="{5CEEFD2E-1724-9258-FECD-E921F28A85BA}"/>
          </ac:spMkLst>
        </pc:spChg>
        <pc:spChg chg="add mod">
          <ac:chgData name="佐藤 颯晃" userId="S::250094@jc-21.jp::4195f5c6-30a1-45c4-9e4e-5ec274ca62f2" providerId="AD" clId="Web-{CDFE8258-E17F-D182-3DC5-910D8754E24A}" dt="2025-10-09T13:52:23.115" v="225" actId="1076"/>
          <ac:spMkLst>
            <pc:docMk/>
            <pc:sldMk cId="2920979680" sldId="259"/>
            <ac:spMk id="20" creationId="{7A424D0E-D097-03E5-657C-3C1F4BB3DE78}"/>
          </ac:spMkLst>
        </pc:spChg>
        <pc:spChg chg="add mod">
          <ac:chgData name="佐藤 颯晃" userId="S::250094@jc-21.jp::4195f5c6-30a1-45c4-9e4e-5ec274ca62f2" providerId="AD" clId="Web-{CDFE8258-E17F-D182-3DC5-910D8754E24A}" dt="2025-10-09T13:52:28.944" v="226" actId="1076"/>
          <ac:spMkLst>
            <pc:docMk/>
            <pc:sldMk cId="2920979680" sldId="259"/>
            <ac:spMk id="22" creationId="{F98B46A7-872C-933E-35A5-113BAB9EB61A}"/>
          </ac:spMkLst>
        </pc:spChg>
        <pc:spChg chg="add mod">
          <ac:chgData name="佐藤 颯晃" userId="S::250094@jc-21.jp::4195f5c6-30a1-45c4-9e4e-5ec274ca62f2" providerId="AD" clId="Web-{CDFE8258-E17F-D182-3DC5-910D8754E24A}" dt="2025-10-09T13:50:21.032" v="195" actId="1076"/>
          <ac:spMkLst>
            <pc:docMk/>
            <pc:sldMk cId="2920979680" sldId="259"/>
            <ac:spMk id="23" creationId="{4AA7294A-2384-A16C-DCC8-FA2F53BF8A5A}"/>
          </ac:spMkLst>
        </pc:spChg>
        <pc:spChg chg="add mod">
          <ac:chgData name="佐藤 颯晃" userId="S::250094@jc-21.jp::4195f5c6-30a1-45c4-9e4e-5ec274ca62f2" providerId="AD" clId="Web-{CDFE8258-E17F-D182-3DC5-910D8754E24A}" dt="2025-10-09T13:53:41.306" v="240" actId="20577"/>
          <ac:spMkLst>
            <pc:docMk/>
            <pc:sldMk cId="2920979680" sldId="259"/>
            <ac:spMk id="24" creationId="{241F14B9-17B8-4914-CBE8-6B0FD213450D}"/>
          </ac:spMkLst>
        </pc:spChg>
        <pc:spChg chg="add mod">
          <ac:chgData name="佐藤 颯晃" userId="S::250094@jc-21.jp::4195f5c6-30a1-45c4-9e4e-5ec274ca62f2" providerId="AD" clId="Web-{CDFE8258-E17F-D182-3DC5-910D8754E24A}" dt="2025-10-09T13:54:19.455" v="262" actId="1076"/>
          <ac:spMkLst>
            <pc:docMk/>
            <pc:sldMk cId="2920979680" sldId="259"/>
            <ac:spMk id="28" creationId="{623300AC-C9A2-9589-55D8-C5BBBD90B1F3}"/>
          </ac:spMkLst>
        </pc:spChg>
        <pc:picChg chg="add mod ord">
          <ac:chgData name="佐藤 颯晃" userId="S::250094@jc-21.jp::4195f5c6-30a1-45c4-9e4e-5ec274ca62f2" providerId="AD" clId="Web-{CDFE8258-E17F-D182-3DC5-910D8754E24A}" dt="2025-10-09T13:41:49.115" v="93" actId="1076"/>
          <ac:picMkLst>
            <pc:docMk/>
            <pc:sldMk cId="2920979680" sldId="259"/>
            <ac:picMk id="4" creationId="{8DD167D3-F6F2-2150-9033-78DFDEA969BC}"/>
          </ac:picMkLst>
        </pc:picChg>
        <pc:picChg chg="add del mod">
          <ac:chgData name="佐藤 颯晃" userId="S::250094@jc-21.jp::4195f5c6-30a1-45c4-9e4e-5ec274ca62f2" providerId="AD" clId="Web-{CDFE8258-E17F-D182-3DC5-910D8754E24A}" dt="2025-10-09T12:55:08.481" v="12"/>
          <ac:picMkLst>
            <pc:docMk/>
            <pc:sldMk cId="2920979680" sldId="259"/>
            <ac:picMk id="5" creationId="{69AC95E8-001A-D60F-0AB4-E8A7CF13434A}"/>
          </ac:picMkLst>
        </pc:picChg>
        <pc:picChg chg="add mod">
          <ac:chgData name="佐藤 颯晃" userId="S::250094@jc-21.jp::4195f5c6-30a1-45c4-9e4e-5ec274ca62f2" providerId="AD" clId="Web-{CDFE8258-E17F-D182-3DC5-910D8754E24A}" dt="2025-10-09T13:41:51.834" v="94" actId="1076"/>
          <ac:picMkLst>
            <pc:docMk/>
            <pc:sldMk cId="2920979680" sldId="259"/>
            <ac:picMk id="7" creationId="{BDA45734-2D30-E046-9AB4-6A2DC381425C}"/>
          </ac:picMkLst>
        </pc:picChg>
        <pc:picChg chg="add mod">
          <ac:chgData name="佐藤 颯晃" userId="S::250094@jc-21.jp::4195f5c6-30a1-45c4-9e4e-5ec274ca62f2" providerId="AD" clId="Web-{CDFE8258-E17F-D182-3DC5-910D8754E24A}" dt="2025-10-09T13:45:05.027" v="138" actId="1076"/>
          <ac:picMkLst>
            <pc:docMk/>
            <pc:sldMk cId="2920979680" sldId="259"/>
            <ac:picMk id="17" creationId="{5380A95E-F29E-3195-8D31-899EADE3E137}"/>
          </ac:picMkLst>
        </pc:picChg>
        <pc:picChg chg="add mod">
          <ac:chgData name="佐藤 颯晃" userId="S::250094@jc-21.jp::4195f5c6-30a1-45c4-9e4e-5ec274ca62f2" providerId="AD" clId="Web-{CDFE8258-E17F-D182-3DC5-910D8754E24A}" dt="2025-10-09T13:45:02.371" v="137" actId="1076"/>
          <ac:picMkLst>
            <pc:docMk/>
            <pc:sldMk cId="2920979680" sldId="259"/>
            <ac:picMk id="18" creationId="{86EE46FA-AA8F-E1E5-507B-61254EDE320E}"/>
          </ac:picMkLst>
        </pc:picChg>
        <pc:picChg chg="add mod">
          <ac:chgData name="佐藤 颯晃" userId="S::250094@jc-21.jp::4195f5c6-30a1-45c4-9e4e-5ec274ca62f2" providerId="AD" clId="Web-{CDFE8258-E17F-D182-3DC5-910D8754E24A}" dt="2025-10-09T13:53:21.519" v="228" actId="1076"/>
          <ac:picMkLst>
            <pc:docMk/>
            <pc:sldMk cId="2920979680" sldId="259"/>
            <ac:picMk id="27" creationId="{962718F0-08A8-1554-6103-E63F9F1AFF4D}"/>
          </ac:picMkLst>
        </pc:picChg>
        <pc:cxnChg chg="add mod">
          <ac:chgData name="佐藤 颯晃" userId="S::250094@jc-21.jp::4195f5c6-30a1-45c4-9e4e-5ec274ca62f2" providerId="AD" clId="Web-{CDFE8258-E17F-D182-3DC5-910D8754E24A}" dt="2025-10-09T13:51:06.722" v="208" actId="1076"/>
          <ac:cxnSpMkLst>
            <pc:docMk/>
            <pc:sldMk cId="2920979680" sldId="259"/>
            <ac:cxnSpMk id="9" creationId="{2438349C-2E75-EA33-AB2E-B1239E605E7D}"/>
          </ac:cxnSpMkLst>
        </pc:cxnChg>
        <pc:cxnChg chg="add mod">
          <ac:chgData name="佐藤 颯晃" userId="S::250094@jc-21.jp::4195f5c6-30a1-45c4-9e4e-5ec274ca62f2" providerId="AD" clId="Web-{CDFE8258-E17F-D182-3DC5-910D8754E24A}" dt="2025-10-09T13:42:43.412" v="100" actId="1076"/>
          <ac:cxnSpMkLst>
            <pc:docMk/>
            <pc:sldMk cId="2920979680" sldId="259"/>
            <ac:cxnSpMk id="10" creationId="{991E2190-0136-3E19-9F03-158684969388}"/>
          </ac:cxnSpMkLst>
        </pc:cxnChg>
        <pc:cxnChg chg="add del mod">
          <ac:chgData name="佐藤 颯晃" userId="S::250094@jc-21.jp::4195f5c6-30a1-45c4-9e4e-5ec274ca62f2" providerId="AD" clId="Web-{CDFE8258-E17F-D182-3DC5-910D8754E24A}" dt="2025-10-09T13:42:43.522" v="101"/>
          <ac:cxnSpMkLst>
            <pc:docMk/>
            <pc:sldMk cId="2920979680" sldId="259"/>
            <ac:cxnSpMk id="12" creationId="{41634685-C461-CA6B-E858-C9A42CE74C64}"/>
          </ac:cxnSpMkLst>
        </pc:cxnChg>
        <pc:cxnChg chg="add mod">
          <ac:chgData name="佐藤 颯晃" userId="S::250094@jc-21.jp::4195f5c6-30a1-45c4-9e4e-5ec274ca62f2" providerId="AD" clId="Web-{CDFE8258-E17F-D182-3DC5-910D8754E24A}" dt="2025-10-09T13:43:13.084" v="107" actId="14100"/>
          <ac:cxnSpMkLst>
            <pc:docMk/>
            <pc:sldMk cId="2920979680" sldId="259"/>
            <ac:cxnSpMk id="13" creationId="{DD422568-4A42-2182-7CD2-715C6A1A99DB}"/>
          </ac:cxnSpMkLst>
        </pc:cxnChg>
        <pc:cxnChg chg="add mod">
          <ac:chgData name="佐藤 颯晃" userId="S::250094@jc-21.jp::4195f5c6-30a1-45c4-9e4e-5ec274ca62f2" providerId="AD" clId="Web-{CDFE8258-E17F-D182-3DC5-910D8754E24A}" dt="2025-10-09T13:49:42.919" v="183" actId="1076"/>
          <ac:cxnSpMkLst>
            <pc:docMk/>
            <pc:sldMk cId="2920979680" sldId="259"/>
            <ac:cxnSpMk id="14" creationId="{B3697B06-39AC-E6DD-75AA-224B2B1FFC0C}"/>
          </ac:cxnSpMkLst>
        </pc:cxnChg>
        <pc:cxnChg chg="add mod">
          <ac:chgData name="佐藤 颯晃" userId="S::250094@jc-21.jp::4195f5c6-30a1-45c4-9e4e-5ec274ca62f2" providerId="AD" clId="Web-{CDFE8258-E17F-D182-3DC5-910D8754E24A}" dt="2025-10-09T13:49:26.058" v="178" actId="1076"/>
          <ac:cxnSpMkLst>
            <pc:docMk/>
            <pc:sldMk cId="2920979680" sldId="259"/>
            <ac:cxnSpMk id="21" creationId="{70831E29-7289-87B4-6F92-76F61A56A551}"/>
          </ac:cxnSpMkLst>
        </pc:cxnChg>
        <pc:cxnChg chg="add mod">
          <ac:chgData name="佐藤 颯晃" userId="S::250094@jc-21.jp::4195f5c6-30a1-45c4-9e4e-5ec274ca62f2" providerId="AD" clId="Web-{CDFE8258-E17F-D182-3DC5-910D8754E24A}" dt="2025-10-09T13:51:52.083" v="219" actId="1076"/>
          <ac:cxnSpMkLst>
            <pc:docMk/>
            <pc:sldMk cId="2920979680" sldId="259"/>
            <ac:cxnSpMk id="25" creationId="{58CA9EA4-6A6B-309B-4BC6-D3CF3054D572}"/>
          </ac:cxnSpMkLst>
        </pc:cxnChg>
        <pc:cxnChg chg="add mod">
          <ac:chgData name="佐藤 颯晃" userId="S::250094@jc-21.jp::4195f5c6-30a1-45c4-9e4e-5ec274ca62f2" providerId="AD" clId="Web-{CDFE8258-E17F-D182-3DC5-910D8754E24A}" dt="2025-10-09T13:52:15.803" v="223" actId="1076"/>
          <ac:cxnSpMkLst>
            <pc:docMk/>
            <pc:sldMk cId="2920979680" sldId="259"/>
            <ac:cxnSpMk id="26" creationId="{CC35BB4E-273E-1308-24F1-A5F5DDE44649}"/>
          </ac:cxnSpMkLst>
        </pc:cxnChg>
      </pc:sldChg>
      <pc:sldChg chg="add del replId">
        <pc:chgData name="佐藤 颯晃" userId="S::250094@jc-21.jp::4195f5c6-30a1-45c4-9e4e-5ec274ca62f2" providerId="AD" clId="Web-{CDFE8258-E17F-D182-3DC5-910D8754E24A}" dt="2025-10-09T13:51:58.708" v="221"/>
        <pc:sldMkLst>
          <pc:docMk/>
          <pc:sldMk cId="197003838" sldId="260"/>
        </pc:sldMkLst>
      </pc:sldChg>
    </pc:docChg>
  </pc:docChgLst>
  <pc:docChgLst>
    <pc:chgData name="佐藤 颯晃" userId="4195f5c6-30a1-45c4-9e4e-5ec274ca62f2" providerId="ADAL" clId="{E3451804-6882-4772-949A-80B2C5BBFA7C}"/>
    <pc:docChg chg="undo custSel modSld">
      <pc:chgData name="佐藤 颯晃" userId="4195f5c6-30a1-45c4-9e4e-5ec274ca62f2" providerId="ADAL" clId="{E3451804-6882-4772-949A-80B2C5BBFA7C}" dt="2025-10-09T15:02:04.996" v="324" actId="1076"/>
      <pc:docMkLst>
        <pc:docMk/>
      </pc:docMkLst>
      <pc:sldChg chg="modSp">
        <pc:chgData name="佐藤 颯晃" userId="4195f5c6-30a1-45c4-9e4e-5ec274ca62f2" providerId="ADAL" clId="{E3451804-6882-4772-949A-80B2C5BBFA7C}" dt="2025-10-09T14:51:22.850" v="143" actId="1076"/>
        <pc:sldMkLst>
          <pc:docMk/>
          <pc:sldMk cId="4254337832" sldId="257"/>
        </pc:sldMkLst>
        <pc:spChg chg="mod">
          <ac:chgData name="佐藤 颯晃" userId="4195f5c6-30a1-45c4-9e4e-5ec274ca62f2" providerId="ADAL" clId="{E3451804-6882-4772-949A-80B2C5BBFA7C}" dt="2025-10-09T14:51:22.850" v="143" actId="1076"/>
          <ac:spMkLst>
            <pc:docMk/>
            <pc:sldMk cId="4254337832" sldId="257"/>
            <ac:spMk id="2" creationId="{28935645-2153-4028-5500-FDFFA03BA9C1}"/>
          </ac:spMkLst>
        </pc:spChg>
        <pc:grpChg chg="mod">
          <ac:chgData name="佐藤 颯晃" userId="4195f5c6-30a1-45c4-9e4e-5ec274ca62f2" providerId="ADAL" clId="{E3451804-6882-4772-949A-80B2C5BBFA7C}" dt="2025-10-09T14:51:18.686" v="142" actId="1076"/>
          <ac:grpSpMkLst>
            <pc:docMk/>
            <pc:sldMk cId="4254337832" sldId="257"/>
            <ac:grpSpMk id="6" creationId="{10D85417-113A-57E5-E3FF-63792F6C6E68}"/>
          </ac:grpSpMkLst>
        </pc:grpChg>
      </pc:sldChg>
      <pc:sldChg chg="addSp delSp modSp">
        <pc:chgData name="佐藤 颯晃" userId="4195f5c6-30a1-45c4-9e4e-5ec274ca62f2" providerId="ADAL" clId="{E3451804-6882-4772-949A-80B2C5BBFA7C}" dt="2025-10-09T15:02:04.996" v="324" actId="1076"/>
        <pc:sldMkLst>
          <pc:docMk/>
          <pc:sldMk cId="144351722" sldId="258"/>
        </pc:sldMkLst>
        <pc:spChg chg="mod">
          <ac:chgData name="佐藤 颯晃" userId="4195f5c6-30a1-45c4-9e4e-5ec274ca62f2" providerId="ADAL" clId="{E3451804-6882-4772-949A-80B2C5BBFA7C}" dt="2025-10-09T14:50:57.368" v="138" actId="1076"/>
          <ac:spMkLst>
            <pc:docMk/>
            <pc:sldMk cId="144351722" sldId="258"/>
            <ac:spMk id="2" creationId="{85BA7A3D-9222-093F-BC49-22DE732E56C5}"/>
          </ac:spMkLst>
        </pc:spChg>
        <pc:spChg chg="add mod">
          <ac:chgData name="佐藤 颯晃" userId="4195f5c6-30a1-45c4-9e4e-5ec274ca62f2" providerId="ADAL" clId="{E3451804-6882-4772-949A-80B2C5BBFA7C}" dt="2025-10-09T14:53:06.459" v="165" actId="1076"/>
          <ac:spMkLst>
            <pc:docMk/>
            <pc:sldMk cId="144351722" sldId="258"/>
            <ac:spMk id="4" creationId="{3D8E5F9A-4C28-56CD-2411-B7EBFB3C9A30}"/>
          </ac:spMkLst>
        </pc:spChg>
        <pc:spChg chg="mod">
          <ac:chgData name="佐藤 颯晃" userId="4195f5c6-30a1-45c4-9e4e-5ec274ca62f2" providerId="ADAL" clId="{E3451804-6882-4772-949A-80B2C5BBFA7C}" dt="2025-10-09T14:51:43.850" v="146" actId="1076"/>
          <ac:spMkLst>
            <pc:docMk/>
            <pc:sldMk cId="144351722" sldId="258"/>
            <ac:spMk id="10" creationId="{B8CB92F1-8547-A2C4-56F7-961114DF99BB}"/>
          </ac:spMkLst>
        </pc:spChg>
        <pc:spChg chg="add mod">
          <ac:chgData name="佐藤 颯晃" userId="4195f5c6-30a1-45c4-9e4e-5ec274ca62f2" providerId="ADAL" clId="{E3451804-6882-4772-949A-80B2C5BBFA7C}" dt="2025-10-09T14:51:48.364" v="148" actId="1076"/>
          <ac:spMkLst>
            <pc:docMk/>
            <pc:sldMk cId="144351722" sldId="258"/>
            <ac:spMk id="14" creationId="{DAAEE77D-BC10-7B63-2156-606FF72BC837}"/>
          </ac:spMkLst>
        </pc:spChg>
        <pc:spChg chg="add del mod">
          <ac:chgData name="佐藤 颯晃" userId="4195f5c6-30a1-45c4-9e4e-5ec274ca62f2" providerId="ADAL" clId="{E3451804-6882-4772-949A-80B2C5BBFA7C}" dt="2025-10-09T14:43:33.452" v="65" actId="139"/>
          <ac:spMkLst>
            <pc:docMk/>
            <pc:sldMk cId="144351722" sldId="258"/>
            <ac:spMk id="15" creationId="{2ABF9D1A-62B4-F511-7C95-572A8A4777E0}"/>
          </ac:spMkLst>
        </pc:spChg>
        <pc:spChg chg="add mod">
          <ac:chgData name="佐藤 颯晃" userId="4195f5c6-30a1-45c4-9e4e-5ec274ca62f2" providerId="ADAL" clId="{E3451804-6882-4772-949A-80B2C5BBFA7C}" dt="2025-10-09T15:01:21.011" v="322" actId="113"/>
          <ac:spMkLst>
            <pc:docMk/>
            <pc:sldMk cId="144351722" sldId="258"/>
            <ac:spMk id="15" creationId="{B07F9F4C-5651-676C-FFB3-E325667A8363}"/>
          </ac:spMkLst>
        </pc:spChg>
        <pc:spChg chg="add mod">
          <ac:chgData name="佐藤 颯晃" userId="4195f5c6-30a1-45c4-9e4e-5ec274ca62f2" providerId="ADAL" clId="{E3451804-6882-4772-949A-80B2C5BBFA7C}" dt="2025-10-09T14:54:17.784" v="177" actId="1076"/>
          <ac:spMkLst>
            <pc:docMk/>
            <pc:sldMk cId="144351722" sldId="258"/>
            <ac:spMk id="16" creationId="{05C7CE52-B088-2774-5014-45D4A5ADF173}"/>
          </ac:spMkLst>
        </pc:spChg>
        <pc:spChg chg="add del">
          <ac:chgData name="佐藤 颯晃" userId="4195f5c6-30a1-45c4-9e4e-5ec274ca62f2" providerId="ADAL" clId="{E3451804-6882-4772-949A-80B2C5BBFA7C}" dt="2025-10-09T14:45:27.342" v="101" actId="478"/>
          <ac:spMkLst>
            <pc:docMk/>
            <pc:sldMk cId="144351722" sldId="258"/>
            <ac:spMk id="16" creationId="{19A8E205-67D3-2C82-D960-FD0DE9DB1EA5}"/>
          </ac:spMkLst>
        </pc:spChg>
        <pc:spChg chg="add del mod">
          <ac:chgData name="佐藤 颯晃" userId="4195f5c6-30a1-45c4-9e4e-5ec274ca62f2" providerId="ADAL" clId="{E3451804-6882-4772-949A-80B2C5BBFA7C}" dt="2025-10-09T14:47:45.673" v="113" actId="478"/>
          <ac:spMkLst>
            <pc:docMk/>
            <pc:sldMk cId="144351722" sldId="258"/>
            <ac:spMk id="17" creationId="{D99D3CA0-1500-A2A5-64C8-30E943C834E5}"/>
          </ac:spMkLst>
        </pc:spChg>
        <pc:spChg chg="add mod">
          <ac:chgData name="佐藤 颯晃" userId="4195f5c6-30a1-45c4-9e4e-5ec274ca62f2" providerId="ADAL" clId="{E3451804-6882-4772-949A-80B2C5BBFA7C}" dt="2025-10-09T15:02:04.996" v="324" actId="1076"/>
          <ac:spMkLst>
            <pc:docMk/>
            <pc:sldMk cId="144351722" sldId="258"/>
            <ac:spMk id="17" creationId="{F082AC38-52B1-D39E-6029-C1A073FD53F0}"/>
          </ac:spMkLst>
        </pc:spChg>
        <pc:grpChg chg="mod">
          <ac:chgData name="佐藤 颯晃" userId="4195f5c6-30a1-45c4-9e4e-5ec274ca62f2" providerId="ADAL" clId="{E3451804-6882-4772-949A-80B2C5BBFA7C}" dt="2025-10-09T14:51:05.700" v="140" actId="1076"/>
          <ac:grpSpMkLst>
            <pc:docMk/>
            <pc:sldMk cId="144351722" sldId="258"/>
            <ac:grpSpMk id="7" creationId="{E3EE86F2-EEEF-7E5F-1ED4-B5CC9524668A}"/>
          </ac:grpSpMkLst>
        </pc:grpChg>
        <pc:picChg chg="mod">
          <ac:chgData name="佐藤 颯晃" userId="4195f5c6-30a1-45c4-9e4e-5ec274ca62f2" providerId="ADAL" clId="{E3451804-6882-4772-949A-80B2C5BBFA7C}" dt="2025-10-09T14:53:12.075" v="166" actId="1076"/>
          <ac:picMkLst>
            <pc:docMk/>
            <pc:sldMk cId="144351722" sldId="258"/>
            <ac:picMk id="8" creationId="{F120F4CF-A86A-B15B-6374-EBDD25D516D3}"/>
          </ac:picMkLst>
        </pc:picChg>
        <pc:picChg chg="mod">
          <ac:chgData name="佐藤 颯晃" userId="4195f5c6-30a1-45c4-9e4e-5ec274ca62f2" providerId="ADAL" clId="{E3451804-6882-4772-949A-80B2C5BBFA7C}" dt="2025-10-09T14:54:42.809" v="180" actId="1076"/>
          <ac:picMkLst>
            <pc:docMk/>
            <pc:sldMk cId="144351722" sldId="258"/>
            <ac:picMk id="9" creationId="{7C2B21D7-4A8B-A7D6-1EB0-D8EAAA5DDDBF}"/>
          </ac:picMkLst>
        </pc:picChg>
        <pc:picChg chg="mod">
          <ac:chgData name="佐藤 颯晃" userId="4195f5c6-30a1-45c4-9e4e-5ec274ca62f2" providerId="ADAL" clId="{E3451804-6882-4772-949A-80B2C5BBFA7C}" dt="2025-10-09T14:52:02.713" v="153" actId="14100"/>
          <ac:picMkLst>
            <pc:docMk/>
            <pc:sldMk cId="144351722" sldId="258"/>
            <ac:picMk id="11" creationId="{E6B154C8-CE6D-89A1-5E92-601C9FCB9927}"/>
          </ac:picMkLst>
        </pc:picChg>
        <pc:picChg chg="mod">
          <ac:chgData name="佐藤 颯晃" userId="4195f5c6-30a1-45c4-9e4e-5ec274ca62f2" providerId="ADAL" clId="{E3451804-6882-4772-949A-80B2C5BBFA7C}" dt="2025-10-09T15:00:52.420" v="320" actId="14100"/>
          <ac:picMkLst>
            <pc:docMk/>
            <pc:sldMk cId="144351722" sldId="258"/>
            <ac:picMk id="12" creationId="{DBBD2BC1-30A5-CBB8-ED31-ABF5A5EADE83}"/>
          </ac:picMkLst>
        </pc:picChg>
        <pc:picChg chg="mod">
          <ac:chgData name="佐藤 颯晃" userId="4195f5c6-30a1-45c4-9e4e-5ec274ca62f2" providerId="ADAL" clId="{E3451804-6882-4772-949A-80B2C5BBFA7C}" dt="2025-10-09T14:51:46.097" v="147" actId="1076"/>
          <ac:picMkLst>
            <pc:docMk/>
            <pc:sldMk cId="144351722" sldId="258"/>
            <ac:picMk id="13" creationId="{0D9AD2C6-892A-2FAD-048F-89ECC42B56A7}"/>
          </ac:picMkLst>
        </pc:picChg>
        <pc:cxnChg chg="add mod">
          <ac:chgData name="佐藤 颯晃" userId="4195f5c6-30a1-45c4-9e4e-5ec274ca62f2" providerId="ADAL" clId="{E3451804-6882-4772-949A-80B2C5BBFA7C}" dt="2025-10-09T15:00:23.501" v="317" actId="1076"/>
          <ac:cxnSpMkLst>
            <pc:docMk/>
            <pc:sldMk cId="144351722" sldId="258"/>
            <ac:cxnSpMk id="18" creationId="{D9453C80-019C-9E84-EBCD-BD3B716EA730}"/>
          </ac:cxnSpMkLst>
        </pc:cxnChg>
        <pc:cxnChg chg="add mod">
          <ac:chgData name="佐藤 颯晃" userId="4195f5c6-30a1-45c4-9e4e-5ec274ca62f2" providerId="ADAL" clId="{E3451804-6882-4772-949A-80B2C5BBFA7C}" dt="2025-10-09T15:00:36.490" v="319" actId="1076"/>
          <ac:cxnSpMkLst>
            <pc:docMk/>
            <pc:sldMk cId="144351722" sldId="258"/>
            <ac:cxnSpMk id="20" creationId="{26C17340-DD24-CEE5-4086-DA9240A08F10}"/>
          </ac:cxnSpMkLst>
        </pc:cxnChg>
      </pc:sldChg>
      <pc:sldChg chg="modSp">
        <pc:chgData name="佐藤 颯晃" userId="4195f5c6-30a1-45c4-9e4e-5ec274ca62f2" providerId="ADAL" clId="{E3451804-6882-4772-949A-80B2C5BBFA7C}" dt="2025-10-09T14:51:31.916" v="145" actId="1076"/>
        <pc:sldMkLst>
          <pc:docMk/>
          <pc:sldMk cId="2920979680" sldId="259"/>
        </pc:sldMkLst>
        <pc:spChg chg="mod">
          <ac:chgData name="佐藤 颯晃" userId="4195f5c6-30a1-45c4-9e4e-5ec274ca62f2" providerId="ADAL" clId="{E3451804-6882-4772-949A-80B2C5BBFA7C}" dt="2025-10-09T14:51:31.916" v="145" actId="1076"/>
          <ac:spMkLst>
            <pc:docMk/>
            <pc:sldMk cId="2920979680" sldId="259"/>
            <ac:spMk id="2" creationId="{604B9731-C851-E07B-B573-5C535FCA2CDE}"/>
          </ac:spMkLst>
        </pc:spChg>
        <pc:grpChg chg="mod">
          <ac:chgData name="佐藤 颯晃" userId="4195f5c6-30a1-45c4-9e4e-5ec274ca62f2" providerId="ADAL" clId="{E3451804-6882-4772-949A-80B2C5BBFA7C}" dt="2025-10-09T14:51:29.304" v="144" actId="1076"/>
          <ac:grpSpMkLst>
            <pc:docMk/>
            <pc:sldMk cId="2920979680" sldId="259"/>
            <ac:grpSpMk id="29" creationId="{7772CE07-4B39-4EF6-483F-BE66CACD99E5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CA380F-E117-128B-E6D7-FCFF8930BA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5F3C2DC-BC48-6C6F-CCEE-C2F9B18345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DC7E66-D407-5EA3-6B5E-606A85255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94A6B-A06C-473C-9431-00F2196B4912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6AF03C-2F1A-19AA-A6F1-D5A3DFF01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900D662-9EA0-C261-7897-822DC7424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84916-7C9C-4EDD-A519-A911266544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1963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C887DE-2180-556A-EAD4-7701A3242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9955355-FFDA-BBBA-1608-D926418D9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8711EF-4838-AAD4-9271-F44C0B4F7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94A6B-A06C-473C-9431-00F2196B4912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44C91ED-DB02-169E-3534-62677CAA5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70C00F-836F-6365-5F47-72146F0AC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84916-7C9C-4EDD-A519-A911266544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1223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D17A28-BEAA-27FF-6DDC-6FF601D4A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D865823-67C5-8C7E-E058-1E10D7FF6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27033DC-B0A9-F386-8C6A-3191834C1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94A6B-A06C-473C-9431-00F2196B4912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6A3C25-7A55-BE0A-11AE-551D3EC94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9EAF3FD-B4FB-9687-E6CC-DE760C9FB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84916-7C9C-4EDD-A519-A911266544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4830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38B594-F93D-D956-F86F-E225328D5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65616C0-C99E-7458-7BA9-8FC3D4D29B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3F760F2-8886-4BDC-9D89-91AD9C338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8456C95-FAAD-C712-2D4E-0F90CDAC1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94A6B-A06C-473C-9431-00F2196B4912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A23C757-2E48-6B0E-B687-3643D8E1B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D983562-15D8-EE94-9F8F-323AB946C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84916-7C9C-4EDD-A519-A911266544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8978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52957F-8BE9-D7BE-B984-A9FA160A4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0303C31-86B6-6FED-7720-082A6EC4C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AC7B487-BE75-43E1-170F-AA367A5DFE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F85DD9A-6401-BD19-3F2E-1BDACAD9CB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3BD04F9-E26B-0303-FFA0-70F0A05C93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7FB3FD2-4A99-16EE-066E-FDB9F2D17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94A6B-A06C-473C-9431-00F2196B4912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BA77B6E-D26D-2ADE-6206-1DE7C2124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118E25B-1734-5DB7-C58E-95FC956FF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84916-7C9C-4EDD-A519-A911266544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0029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E58EDD-F76C-3E0E-F936-211E6B33C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7E0CF15-5C6D-A08C-C03E-1A0632224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94A6B-A06C-473C-9431-00F2196B4912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F40C2BE-E9FE-B86F-AD59-E99FBEBC3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1366208-DBD1-818A-0588-964F21523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84916-7C9C-4EDD-A519-A911266544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2651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59B780A-92AA-A900-67B9-4A8AFBB69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94A6B-A06C-473C-9431-00F2196B4912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DF40919-8910-78E9-ED6C-60B64D1A0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86D626F-87E5-48DC-9ACD-2E3D8BE53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84916-7C9C-4EDD-A519-A911266544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8218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ACDEE9-F3E3-1EF0-909B-80DCAF8F0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2F91B5C-58E1-FAA4-C086-AEA1357E1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DEE8133-7946-8470-7F2D-A1415F11A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8F90822-1612-B40A-4977-5AC71EA56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94A6B-A06C-473C-9431-00F2196B4912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5CA5EBD-AC74-61E0-B35A-73DAE28C5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23AA3E1-DE30-07EE-B1CE-06049582C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84916-7C9C-4EDD-A519-A911266544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5164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F5A33B-6F51-2843-1A31-BD364CA82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E66EFF3-D00E-91F2-C07E-4F135DCDDC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E74F4D7-EC46-E4A1-FB8E-E6CE849729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B7F7864-D29F-5912-04BD-083447774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94A6B-A06C-473C-9431-00F2196B4912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2892530-C890-EC58-A673-F5131F74C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564FAEC-759E-9EF6-EAF9-67D80864A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84916-7C9C-4EDD-A519-A911266544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4540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09507C-BC6A-475B-63E9-08E4B5449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4046191-5B35-DF2D-FCA9-9103336956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F7AEC1E-DC5B-61D9-BCFF-B722647D0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94A6B-A06C-473C-9431-00F2196B4912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3D5961-4527-E5E6-0D72-642EC549F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3859CF7-CA3E-2E01-9C41-440DFD68B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84916-7C9C-4EDD-A519-A911266544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5783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647F2F7-92FD-0E0F-EE6F-D4A43369F9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AB7C080-370C-DF2E-C7D5-C0DA38FDA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38CD93-25ED-C48E-DD35-587E1F0EE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94A6B-A06C-473C-9431-00F2196B4912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B3773A1-0002-8F36-47D9-92E0DB77E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321028-6E49-5519-9DBD-AB737D97B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84916-7C9C-4EDD-A519-A911266544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8828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2C303C4-08C2-E997-6692-2931B452C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7601F7-0233-7C47-91D1-E7519A14D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1BB8D0D-96BD-46CF-3756-A3F1EC281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994A6B-A06C-473C-9431-00F2196B4912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8D9CFCC-57BA-8E35-6195-A853EC546F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224462-8851-9C7B-3F3D-061D981DBA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C84916-7C9C-4EDD-A519-A911266544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2609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3EE86F2-EEEF-7E5F-1ED4-B5CC9524668A}"/>
              </a:ext>
            </a:extLst>
          </p:cNvPr>
          <p:cNvGrpSpPr/>
          <p:nvPr/>
        </p:nvGrpSpPr>
        <p:grpSpPr>
          <a:xfrm>
            <a:off x="3503227" y="126309"/>
            <a:ext cx="4847166" cy="946799"/>
            <a:chOff x="909353" y="481948"/>
            <a:chExt cx="6498166" cy="78072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39BE0AF-9536-C67D-097E-0921A30A3FC7}"/>
                </a:ext>
              </a:extLst>
            </p:cNvPr>
            <p:cNvSpPr/>
            <p:nvPr/>
          </p:nvSpPr>
          <p:spPr>
            <a:xfrm>
              <a:off x="994833" y="586968"/>
              <a:ext cx="6318250" cy="571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ame 5">
              <a:extLst>
                <a:ext uri="{FF2B5EF4-FFF2-40B4-BE49-F238E27FC236}">
                  <a16:creationId xmlns:a16="http://schemas.microsoft.com/office/drawing/2014/main" id="{526F67DB-726B-D3FE-58B1-EAB3656B5135}"/>
                </a:ext>
              </a:extLst>
            </p:cNvPr>
            <p:cNvSpPr/>
            <p:nvPr/>
          </p:nvSpPr>
          <p:spPr>
            <a:xfrm>
              <a:off x="909353" y="481948"/>
              <a:ext cx="6498166" cy="780723"/>
            </a:xfrm>
            <a:prstGeom prst="frame">
              <a:avLst/>
            </a:prstGeom>
            <a:solidFill>
              <a:srgbClr val="57EB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85BA7A3D-9222-093F-BC49-22DE732E5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061" y="-11159"/>
            <a:ext cx="10515600" cy="1352839"/>
          </a:xfrm>
        </p:spPr>
        <p:txBody>
          <a:bodyPr/>
          <a:lstStyle/>
          <a:p>
            <a:pPr algn="ctr"/>
            <a:r>
              <a:rPr kumimoji="1" lang="ja-JP" altLang="en-US" b="1" i="1" dirty="0">
                <a:solidFill>
                  <a:srgbClr val="FF0000"/>
                </a:solidFill>
                <a:latin typeface="Lucida Calligraphy"/>
                <a:ea typeface="HGP創英ﾌﾟﾚｾﾞﾝｽEB"/>
              </a:rPr>
              <a:t>ゲームルール</a:t>
            </a:r>
            <a:endParaRPr lang="en-US" altLang="ja-JP">
              <a:solidFill>
                <a:srgbClr val="FF0000"/>
              </a:solidFill>
              <a:ea typeface="游ゴシック Light"/>
            </a:endParaRPr>
          </a:p>
        </p:txBody>
      </p:sp>
      <p:pic>
        <p:nvPicPr>
          <p:cNvPr id="8" name="Content Placeholder 7" descr="落ち込む・落胆・ガッカリする人のシルエット02 | 無料のAi・PNG白黒シルエットイラスト">
            <a:extLst>
              <a:ext uri="{FF2B5EF4-FFF2-40B4-BE49-F238E27FC236}">
                <a16:creationId xmlns:a16="http://schemas.microsoft.com/office/drawing/2014/main" id="{F120F4CF-A86A-B15B-6374-EBDD25D516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41113" y="5101969"/>
            <a:ext cx="1750887" cy="1750887"/>
          </a:xfrm>
          <a:prstGeom prst="rect">
            <a:avLst/>
          </a:prstGeom>
        </p:spPr>
      </p:pic>
      <p:pic>
        <p:nvPicPr>
          <p:cNvPr id="9" name="Picture 8" descr="桜の開花のイラスト（ソメイヨシノ） | かわいいフリー素材集 いらすとや">
            <a:extLst>
              <a:ext uri="{FF2B5EF4-FFF2-40B4-BE49-F238E27FC236}">
                <a16:creationId xmlns:a16="http://schemas.microsoft.com/office/drawing/2014/main" id="{7C2B21D7-4A8B-A7D6-1EB0-D8EAAA5DD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0693" y="66374"/>
            <a:ext cx="1319368" cy="1441749"/>
          </a:xfrm>
          <a:prstGeom prst="rect">
            <a:avLst/>
          </a:prstGeom>
        </p:spPr>
      </p:pic>
      <p:sp>
        <p:nvSpPr>
          <p:cNvPr id="10" name="object 6">
            <a:extLst>
              <a:ext uri="{FF2B5EF4-FFF2-40B4-BE49-F238E27FC236}">
                <a16:creationId xmlns:a16="http://schemas.microsoft.com/office/drawing/2014/main" id="{B8CB92F1-8547-A2C4-56F7-961114DF99BB}"/>
              </a:ext>
            </a:extLst>
          </p:cNvPr>
          <p:cNvSpPr txBox="1"/>
          <p:nvPr/>
        </p:nvSpPr>
        <p:spPr>
          <a:xfrm>
            <a:off x="86506" y="1147325"/>
            <a:ext cx="12252475" cy="764953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>
            <a:defPPr>
              <a:defRPr lang="ja-JP" kern="0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ctr">
              <a:lnSpc>
                <a:spcPct val="100000"/>
              </a:lnSpc>
              <a:spcBef>
                <a:spcPts val="105"/>
              </a:spcBef>
              <a:tabLst>
                <a:tab pos="355600" algn="l"/>
              </a:tabLst>
            </a:pPr>
            <a:r>
              <a:rPr lang="ja-JP" sz="2400" b="1" spc="-15" dirty="0">
                <a:latin typeface="SimSun"/>
                <a:ea typeface="游ゴシック"/>
                <a:cs typeface="SimSun"/>
              </a:rPr>
              <a:t>現実での学業への妨げとなる誘惑を模した敵を乗り越え</a:t>
            </a:r>
            <a:r>
              <a:rPr lang="ja-JP" sz="2400" b="1" spc="-25" dirty="0">
                <a:latin typeface="SimSun"/>
                <a:ea typeface="游ゴシック"/>
                <a:cs typeface="SimSun"/>
              </a:rPr>
              <a:t>て進む</a:t>
            </a:r>
            <a:endParaRPr lang="ja-JP" altLang="en-US" sz="2400" b="1" dirty="0">
              <a:latin typeface="游ゴシック"/>
              <a:ea typeface="游ゴシック"/>
              <a:cs typeface="SimSun"/>
            </a:endParaRPr>
          </a:p>
          <a:p>
            <a:pPr marL="12700" algn="ctr">
              <a:lnSpc>
                <a:spcPct val="100000"/>
              </a:lnSpc>
              <a:spcBef>
                <a:spcPts val="105"/>
              </a:spcBef>
              <a:tabLst>
                <a:tab pos="355600" algn="l"/>
              </a:tabLst>
            </a:pPr>
            <a:r>
              <a:rPr sz="2400" b="1" spc="-15" dirty="0">
                <a:latin typeface="SimSun"/>
                <a:cs typeface="SimSun"/>
              </a:rPr>
              <a:t>道中には授業や課題などの、卒業までの日数を減らすことができるアイテムが存在する</a:t>
            </a:r>
            <a:endParaRPr sz="2400" b="1" dirty="0">
              <a:latin typeface="SimSun"/>
              <a:ea typeface="SimSun"/>
              <a:cs typeface="SimSun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B154C8-CE6D-89A1-5E92-601C9FCB99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9626" y="2080210"/>
            <a:ext cx="2082035" cy="5751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BD2BC1-30A5-CBB8-ED31-ABF5A5EADE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6049" y="2127466"/>
            <a:ext cx="3567119" cy="4021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D9AD2C6-892A-2FAD-048F-89ECC42B56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6" y="2150361"/>
            <a:ext cx="3788261" cy="397370"/>
          </a:xfrm>
          <a:prstGeom prst="rect">
            <a:avLst/>
          </a:prstGeom>
        </p:spPr>
      </p:pic>
      <p:sp>
        <p:nvSpPr>
          <p:cNvPr id="14" name="TextBox 8">
            <a:extLst>
              <a:ext uri="{FF2B5EF4-FFF2-40B4-BE49-F238E27FC236}">
                <a16:creationId xmlns:a16="http://schemas.microsoft.com/office/drawing/2014/main" id="{DAAEE77D-BC10-7B63-2156-606FF72BC837}"/>
              </a:ext>
            </a:extLst>
          </p:cNvPr>
          <p:cNvSpPr txBox="1"/>
          <p:nvPr/>
        </p:nvSpPr>
        <p:spPr>
          <a:xfrm>
            <a:off x="-394346" y="2642385"/>
            <a:ext cx="4550833" cy="148502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9900" lvl="1">
              <a:lnSpc>
                <a:spcPts val="2865"/>
              </a:lnSpc>
              <a:spcBef>
                <a:spcPts val="50"/>
              </a:spcBef>
            </a:pPr>
            <a:r>
              <a:rPr lang="ja-JP" altLang="en-US" sz="2400" b="1" dirty="0">
                <a:latin typeface="游ゴシック"/>
                <a:ea typeface="游ゴシック"/>
              </a:rPr>
              <a:t>卒業までの日数</a:t>
            </a:r>
            <a:endParaRPr lang="en-US" altLang="ja-JP" sz="2400" b="1" dirty="0">
              <a:latin typeface="游ゴシック"/>
              <a:ea typeface="游ゴシック"/>
            </a:endParaRPr>
          </a:p>
          <a:p>
            <a:pPr marL="469900" lvl="1">
              <a:lnSpc>
                <a:spcPts val="2865"/>
              </a:lnSpc>
              <a:spcBef>
                <a:spcPts val="50"/>
              </a:spcBef>
            </a:pPr>
            <a:r>
              <a:rPr lang="ja-JP" altLang="en-US" sz="2400" dirty="0">
                <a:latin typeface="游ゴシック"/>
                <a:ea typeface="游ゴシック"/>
              </a:rPr>
              <a:t>学校を卒業する資格を得るまでにかかる日数</a:t>
            </a:r>
            <a:endParaRPr lang="en-US" sz="2400" dirty="0">
              <a:latin typeface="游ゴシック"/>
              <a:ea typeface="游ゴシック"/>
            </a:endParaRPr>
          </a:p>
          <a:p>
            <a:pPr algn="l"/>
            <a:endParaRPr lang="en-US" dirty="0">
              <a:ea typeface="游ゴシック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3D8E5F9A-4C28-56CD-2411-B7EBFB3C9A30}"/>
              </a:ext>
            </a:extLst>
          </p:cNvPr>
          <p:cNvSpPr txBox="1"/>
          <p:nvPr/>
        </p:nvSpPr>
        <p:spPr>
          <a:xfrm>
            <a:off x="3566989" y="2666751"/>
            <a:ext cx="4550833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69900" lvl="1">
              <a:spcBef>
                <a:spcPts val="2900"/>
              </a:spcBef>
            </a:pPr>
            <a:r>
              <a:rPr lang="ja-JP" altLang="en-US" sz="2400" b="1" dirty="0">
                <a:latin typeface="游ゴシック"/>
                <a:ea typeface="游ゴシック"/>
              </a:rPr>
              <a:t>現在の日付け　　　　　　　</a:t>
            </a:r>
            <a:r>
              <a:rPr lang="ja-JP" altLang="en-US" sz="2400" dirty="0">
                <a:latin typeface="游ゴシック"/>
                <a:ea typeface="游ゴシック"/>
              </a:rPr>
              <a:t>今日の日付で初期化され、一定の距離ごとに増加する</a:t>
            </a:r>
            <a:endParaRPr lang="en-US" sz="2400" dirty="0">
              <a:latin typeface="游ゴシック"/>
              <a:ea typeface="游ゴシック"/>
            </a:endParaRPr>
          </a:p>
          <a:p>
            <a:pPr algn="l"/>
            <a:endParaRPr lang="en-US" dirty="0">
              <a:ea typeface="游ゴシック"/>
            </a:endParaRPr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B07F9F4C-5651-676C-FFB3-E325667A8363}"/>
              </a:ext>
            </a:extLst>
          </p:cNvPr>
          <p:cNvSpPr txBox="1"/>
          <p:nvPr/>
        </p:nvSpPr>
        <p:spPr>
          <a:xfrm>
            <a:off x="0" y="4479280"/>
            <a:ext cx="6523491" cy="22524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lang="ja-JP" altLang="en-US" sz="3600" b="1" i="1" dirty="0">
                <a:solidFill>
                  <a:srgbClr val="FF0000"/>
                </a:solidFill>
                <a:latin typeface="Microsoft YaHei"/>
                <a:ea typeface="游ゴシック"/>
              </a:rPr>
              <a:t>クリア条件</a:t>
            </a:r>
          </a:p>
          <a:p>
            <a:pPr marL="12700" algn="ctr">
              <a:spcBef>
                <a:spcPts val="105"/>
              </a:spcBef>
            </a:pPr>
            <a:endParaRPr lang="ja-JP" altLang="en-US" sz="2800" b="1" i="1" dirty="0">
              <a:solidFill>
                <a:srgbClr val="FF0000"/>
              </a:solidFill>
              <a:latin typeface="Microsoft YaHei"/>
              <a:ea typeface="游ゴシック"/>
            </a:endParaRPr>
          </a:p>
          <a:p>
            <a:pPr marL="469900" lvl="1" algn="ctr">
              <a:lnSpc>
                <a:spcPts val="2870"/>
              </a:lnSpc>
              <a:spcBef>
                <a:spcPts val="50"/>
              </a:spcBef>
            </a:pPr>
            <a:r>
              <a:rPr lang="ja-JP" altLang="en-US" sz="2800" b="1" i="1" dirty="0">
                <a:solidFill>
                  <a:srgbClr val="FF0000"/>
                </a:solidFill>
                <a:latin typeface="SimSun"/>
                <a:ea typeface="游ゴシック"/>
              </a:rPr>
              <a:t>卒業までの日数が、</a:t>
            </a:r>
            <a:r>
              <a:rPr lang="ja-JP" altLang="en-US" sz="2800" b="1" i="1" u="sng" dirty="0">
                <a:solidFill>
                  <a:srgbClr val="FF0000"/>
                </a:solidFill>
                <a:latin typeface="SimSun"/>
                <a:ea typeface="游ゴシック"/>
              </a:rPr>
              <a:t>規定の日数以内</a:t>
            </a:r>
            <a:endParaRPr lang="en-US" altLang="ja-JP" sz="2800" b="1" i="1" u="sng" dirty="0">
              <a:solidFill>
                <a:srgbClr val="FF0000"/>
              </a:solidFill>
              <a:latin typeface="SimSun"/>
              <a:ea typeface="游ゴシック"/>
            </a:endParaRPr>
          </a:p>
          <a:p>
            <a:pPr marL="469900" lvl="1" algn="ctr">
              <a:lnSpc>
                <a:spcPts val="2870"/>
              </a:lnSpc>
              <a:spcBef>
                <a:spcPts val="50"/>
              </a:spcBef>
            </a:pPr>
            <a:r>
              <a:rPr lang="ja-JP" altLang="en-US" sz="2000" b="1" i="1" dirty="0">
                <a:solidFill>
                  <a:srgbClr val="FF0000"/>
                </a:solidFill>
                <a:latin typeface="SimSun"/>
                <a:ea typeface="游ゴシック"/>
              </a:rPr>
              <a:t>（少なくとも負数になればクリアとなります）</a:t>
            </a:r>
            <a:endParaRPr lang="en-US" altLang="ja-JP" sz="2000" b="1" i="1" dirty="0">
              <a:solidFill>
                <a:srgbClr val="FF0000"/>
              </a:solidFill>
              <a:latin typeface="SimSun"/>
              <a:ea typeface="游ゴシック"/>
            </a:endParaRPr>
          </a:p>
          <a:p>
            <a:pPr marL="469900" lvl="1" algn="ctr">
              <a:lnSpc>
                <a:spcPts val="2870"/>
              </a:lnSpc>
              <a:spcBef>
                <a:spcPts val="50"/>
              </a:spcBef>
            </a:pPr>
            <a:endParaRPr lang="en-US" sz="2800" i="1" dirty="0">
              <a:ea typeface="游ゴシック" panose="02110004020202020204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05C7CE52-B088-2774-5014-45D4A5ADF173}"/>
              </a:ext>
            </a:extLst>
          </p:cNvPr>
          <p:cNvSpPr txBox="1"/>
          <p:nvPr/>
        </p:nvSpPr>
        <p:spPr>
          <a:xfrm>
            <a:off x="7459122" y="2588735"/>
            <a:ext cx="4983041" cy="18620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69900" lvl="1">
              <a:spcBef>
                <a:spcPts val="2825"/>
              </a:spcBef>
            </a:pPr>
            <a:r>
              <a:rPr lang="ja-JP" altLang="en-US" sz="2300" b="1" dirty="0">
                <a:latin typeface="游ゴシック"/>
                <a:ea typeface="游ゴシック"/>
              </a:rPr>
              <a:t>疲労度</a:t>
            </a:r>
            <a:r>
              <a:rPr lang="ja-JP" altLang="en-US" sz="2300" dirty="0">
                <a:latin typeface="游ゴシック"/>
                <a:ea typeface="游ゴシック"/>
              </a:rPr>
              <a:t>　　　　　　　　　　　課題や、勉強に取り組むことで増加する　　　　　　　　　　これがある一定の値を超えると過労死となる</a:t>
            </a:r>
            <a:endParaRPr lang="ja-JP" sz="2300" dirty="0">
              <a:latin typeface="游ゴシック"/>
              <a:ea typeface="游ゴシック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082AC38-52B1-D39E-6029-C1A073FD53F0}"/>
              </a:ext>
            </a:extLst>
          </p:cNvPr>
          <p:cNvSpPr txBox="1"/>
          <p:nvPr/>
        </p:nvSpPr>
        <p:spPr>
          <a:xfrm>
            <a:off x="6815248" y="4642009"/>
            <a:ext cx="362586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ja-JP" altLang="en-US" sz="2000" b="1" dirty="0"/>
              <a:t>以下の条件になると留年に</a:t>
            </a:r>
            <a:r>
              <a:rPr lang="en-US" altLang="ja-JP" sz="2000" b="1" dirty="0"/>
              <a:t>…</a:t>
            </a:r>
          </a:p>
          <a:p>
            <a:pPr algn="l"/>
            <a:endParaRPr lang="en-US" altLang="ja-JP" sz="2000" b="1" dirty="0"/>
          </a:p>
          <a:p>
            <a:pPr algn="l"/>
            <a:r>
              <a:rPr lang="ja-JP" altLang="en-US" sz="2000" b="1" dirty="0"/>
              <a:t>・穴に落ちる</a:t>
            </a:r>
          </a:p>
          <a:p>
            <a:r>
              <a:rPr lang="ja-JP" altLang="en-US" sz="2000" b="1" dirty="0">
                <a:latin typeface="Arial"/>
                <a:ea typeface="SimSun"/>
                <a:cs typeface="Arial"/>
              </a:rPr>
              <a:t>・卒業までの日数が不可能な</a:t>
            </a:r>
          </a:p>
          <a:p>
            <a:r>
              <a:rPr lang="ja-JP" altLang="en-US" sz="2000" b="1" dirty="0">
                <a:latin typeface="Arial"/>
                <a:ea typeface="SimSun"/>
                <a:cs typeface="Arial"/>
              </a:rPr>
              <a:t>　ほどの長さになる</a:t>
            </a:r>
            <a:r>
              <a:rPr lang="en-US" altLang="ja-JP" sz="2000" b="1" dirty="0">
                <a:latin typeface="SimSun"/>
                <a:cs typeface="Arial"/>
              </a:rPr>
              <a:t>​</a:t>
            </a:r>
            <a:endParaRPr lang="ja-JP" altLang="en-US" sz="2000" b="1" dirty="0">
              <a:latin typeface="SimSun"/>
              <a:cs typeface="Arial"/>
            </a:endParaRPr>
          </a:p>
          <a:p>
            <a:r>
              <a:rPr lang="ja-JP" altLang="en-US" sz="2000" b="1" dirty="0">
                <a:latin typeface="SimSun"/>
                <a:ea typeface="游ゴシック"/>
                <a:cs typeface="Arial"/>
              </a:rPr>
              <a:t>・過労死する</a:t>
            </a:r>
            <a:endParaRPr lang="en-US" altLang="ja-JP" sz="2000" b="1" dirty="0">
              <a:latin typeface="SimSun"/>
              <a:ea typeface="游ゴシック"/>
              <a:cs typeface="Arial"/>
            </a:endParaRPr>
          </a:p>
          <a:p>
            <a:pPr algn="l"/>
            <a:endParaRPr lang="ja-JP" altLang="en-US" dirty="0"/>
          </a:p>
        </p:txBody>
      </p:sp>
      <p:cxnSp>
        <p:nvCxnSpPr>
          <p:cNvPr id="18" name="Straight Arrow Connector 8">
            <a:extLst>
              <a:ext uri="{FF2B5EF4-FFF2-40B4-BE49-F238E27FC236}">
                <a16:creationId xmlns:a16="http://schemas.microsoft.com/office/drawing/2014/main" id="{D9453C80-019C-9E84-EBCD-BD3B716EA730}"/>
              </a:ext>
            </a:extLst>
          </p:cNvPr>
          <p:cNvCxnSpPr/>
          <p:nvPr/>
        </p:nvCxnSpPr>
        <p:spPr>
          <a:xfrm flipV="1">
            <a:off x="4" y="4416787"/>
            <a:ext cx="12191996" cy="42332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8">
            <a:extLst>
              <a:ext uri="{FF2B5EF4-FFF2-40B4-BE49-F238E27FC236}">
                <a16:creationId xmlns:a16="http://schemas.microsoft.com/office/drawing/2014/main" id="{26C17340-DD24-CEE5-4086-DA9240A08F10}"/>
              </a:ext>
            </a:extLst>
          </p:cNvPr>
          <p:cNvCxnSpPr/>
          <p:nvPr/>
        </p:nvCxnSpPr>
        <p:spPr>
          <a:xfrm flipV="1">
            <a:off x="0" y="1926321"/>
            <a:ext cx="12191996" cy="42332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351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0D85417-113A-57E5-E3FF-63792F6C6E68}"/>
              </a:ext>
            </a:extLst>
          </p:cNvPr>
          <p:cNvGrpSpPr/>
          <p:nvPr/>
        </p:nvGrpSpPr>
        <p:grpSpPr>
          <a:xfrm>
            <a:off x="3449608" y="148139"/>
            <a:ext cx="4847166" cy="946799"/>
            <a:chOff x="909353" y="481948"/>
            <a:chExt cx="6498166" cy="78072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C06990B-5896-DF05-D996-717A099F8590}"/>
                </a:ext>
              </a:extLst>
            </p:cNvPr>
            <p:cNvSpPr/>
            <p:nvPr/>
          </p:nvSpPr>
          <p:spPr>
            <a:xfrm>
              <a:off x="994833" y="586968"/>
              <a:ext cx="6318250" cy="571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rame 4">
              <a:extLst>
                <a:ext uri="{FF2B5EF4-FFF2-40B4-BE49-F238E27FC236}">
                  <a16:creationId xmlns:a16="http://schemas.microsoft.com/office/drawing/2014/main" id="{6E187E99-450C-2CD1-3E39-DA3D230B6729}"/>
                </a:ext>
              </a:extLst>
            </p:cNvPr>
            <p:cNvSpPr/>
            <p:nvPr/>
          </p:nvSpPr>
          <p:spPr>
            <a:xfrm>
              <a:off x="909353" y="481948"/>
              <a:ext cx="6498166" cy="780723"/>
            </a:xfrm>
            <a:prstGeom prst="frame">
              <a:avLst/>
            </a:prstGeom>
            <a:solidFill>
              <a:srgbClr val="57EB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28935645-2153-4028-5500-FDFFA03BA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334" y="0"/>
            <a:ext cx="10515600" cy="1325563"/>
          </a:xfrm>
        </p:spPr>
        <p:txBody>
          <a:bodyPr/>
          <a:lstStyle/>
          <a:p>
            <a:pPr algn="ctr"/>
            <a:r>
              <a:rPr kumimoji="1" lang="ja-JP" altLang="en-US" b="1" i="1" dirty="0">
                <a:solidFill>
                  <a:srgbClr val="FF0000"/>
                </a:solidFill>
                <a:latin typeface="HGP創英ﾌﾟﾚｾﾞﾝｽEB"/>
                <a:ea typeface="HGP創英ﾌﾟﾚｾﾞﾝｽEB"/>
              </a:rPr>
              <a:t>操作説明</a:t>
            </a:r>
            <a:endParaRPr lang="en-US" altLang="ja-JP">
              <a:solidFill>
                <a:srgbClr val="FF0000"/>
              </a:solidFill>
              <a:ea typeface="游ゴシック Light"/>
            </a:endParaRPr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8FE2888D-822F-B156-6846-3625DC019FF2}"/>
              </a:ext>
            </a:extLst>
          </p:cNvPr>
          <p:cNvGrpSpPr/>
          <p:nvPr/>
        </p:nvGrpSpPr>
        <p:grpSpPr>
          <a:xfrm>
            <a:off x="3828106" y="2504403"/>
            <a:ext cx="4212340" cy="3571810"/>
            <a:chOff x="4324440" y="2664590"/>
            <a:chExt cx="3619318" cy="2544265"/>
          </a:xfrm>
        </p:grpSpPr>
        <p:pic>
          <p:nvPicPr>
            <p:cNvPr id="13" name="object 4">
              <a:extLst>
                <a:ext uri="{FF2B5EF4-FFF2-40B4-BE49-F238E27FC236}">
                  <a16:creationId xmlns:a16="http://schemas.microsoft.com/office/drawing/2014/main" id="{330FCBE8-CB14-92B1-E19F-0EFF941179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24440" y="2664590"/>
              <a:ext cx="3619318" cy="2544265"/>
            </a:xfrm>
            <a:prstGeom prst="rect">
              <a:avLst/>
            </a:prstGeom>
          </p:spPr>
        </p:pic>
        <p:sp>
          <p:nvSpPr>
            <p:cNvPr id="14" name="object 5">
              <a:extLst>
                <a:ext uri="{FF2B5EF4-FFF2-40B4-BE49-F238E27FC236}">
                  <a16:creationId xmlns:a16="http://schemas.microsoft.com/office/drawing/2014/main" id="{C94CFEE3-2F8D-8003-B7DA-E283C0AB7004}"/>
                </a:ext>
              </a:extLst>
            </p:cNvPr>
            <p:cNvSpPr/>
            <p:nvPr/>
          </p:nvSpPr>
          <p:spPr>
            <a:xfrm>
              <a:off x="4829175" y="3073400"/>
              <a:ext cx="2466975" cy="742950"/>
            </a:xfrm>
            <a:custGeom>
              <a:avLst/>
              <a:gdLst/>
              <a:ahLst/>
              <a:cxnLst/>
              <a:rect l="l" t="t" r="r" b="b"/>
              <a:pathLst>
                <a:path w="2466975" h="742950">
                  <a:moveTo>
                    <a:pt x="2143125" y="581025"/>
                  </a:moveTo>
                  <a:lnTo>
                    <a:pt x="2148910" y="537986"/>
                  </a:lnTo>
                  <a:lnTo>
                    <a:pt x="2165237" y="499307"/>
                  </a:lnTo>
                  <a:lnTo>
                    <a:pt x="2190559" y="466534"/>
                  </a:lnTo>
                  <a:lnTo>
                    <a:pt x="2223332" y="441212"/>
                  </a:lnTo>
                  <a:lnTo>
                    <a:pt x="2262011" y="424885"/>
                  </a:lnTo>
                  <a:lnTo>
                    <a:pt x="2305050" y="419100"/>
                  </a:lnTo>
                  <a:lnTo>
                    <a:pt x="2348088" y="424885"/>
                  </a:lnTo>
                  <a:lnTo>
                    <a:pt x="2386767" y="441212"/>
                  </a:lnTo>
                  <a:lnTo>
                    <a:pt x="2419540" y="466534"/>
                  </a:lnTo>
                  <a:lnTo>
                    <a:pt x="2444862" y="499307"/>
                  </a:lnTo>
                  <a:lnTo>
                    <a:pt x="2461189" y="537986"/>
                  </a:lnTo>
                  <a:lnTo>
                    <a:pt x="2466975" y="581025"/>
                  </a:lnTo>
                  <a:lnTo>
                    <a:pt x="2461189" y="624063"/>
                  </a:lnTo>
                  <a:lnTo>
                    <a:pt x="2444862" y="662742"/>
                  </a:lnTo>
                  <a:lnTo>
                    <a:pt x="2419540" y="695515"/>
                  </a:lnTo>
                  <a:lnTo>
                    <a:pt x="2386767" y="720837"/>
                  </a:lnTo>
                  <a:lnTo>
                    <a:pt x="2348088" y="737164"/>
                  </a:lnTo>
                  <a:lnTo>
                    <a:pt x="2305050" y="742950"/>
                  </a:lnTo>
                  <a:lnTo>
                    <a:pt x="2262011" y="737164"/>
                  </a:lnTo>
                  <a:lnTo>
                    <a:pt x="2223332" y="720837"/>
                  </a:lnTo>
                  <a:lnTo>
                    <a:pt x="2190559" y="695515"/>
                  </a:lnTo>
                  <a:lnTo>
                    <a:pt x="2165237" y="662742"/>
                  </a:lnTo>
                  <a:lnTo>
                    <a:pt x="2148910" y="624063"/>
                  </a:lnTo>
                  <a:lnTo>
                    <a:pt x="2143125" y="581025"/>
                  </a:lnTo>
                  <a:close/>
                </a:path>
                <a:path w="2466975" h="742950">
                  <a:moveTo>
                    <a:pt x="1876425" y="323850"/>
                  </a:moveTo>
                  <a:lnTo>
                    <a:pt x="1882210" y="280811"/>
                  </a:lnTo>
                  <a:lnTo>
                    <a:pt x="1898537" y="242132"/>
                  </a:lnTo>
                  <a:lnTo>
                    <a:pt x="1923859" y="209359"/>
                  </a:lnTo>
                  <a:lnTo>
                    <a:pt x="1956632" y="184037"/>
                  </a:lnTo>
                  <a:lnTo>
                    <a:pt x="1995311" y="167710"/>
                  </a:lnTo>
                  <a:lnTo>
                    <a:pt x="2038350" y="161925"/>
                  </a:lnTo>
                  <a:lnTo>
                    <a:pt x="2081388" y="167710"/>
                  </a:lnTo>
                  <a:lnTo>
                    <a:pt x="2120067" y="184037"/>
                  </a:lnTo>
                  <a:lnTo>
                    <a:pt x="2152840" y="209359"/>
                  </a:lnTo>
                  <a:lnTo>
                    <a:pt x="2178162" y="242132"/>
                  </a:lnTo>
                  <a:lnTo>
                    <a:pt x="2194489" y="280811"/>
                  </a:lnTo>
                  <a:lnTo>
                    <a:pt x="2200275" y="323850"/>
                  </a:lnTo>
                  <a:lnTo>
                    <a:pt x="2194489" y="366888"/>
                  </a:lnTo>
                  <a:lnTo>
                    <a:pt x="2178162" y="405567"/>
                  </a:lnTo>
                  <a:lnTo>
                    <a:pt x="2152840" y="438340"/>
                  </a:lnTo>
                  <a:lnTo>
                    <a:pt x="2120067" y="463662"/>
                  </a:lnTo>
                  <a:lnTo>
                    <a:pt x="2081388" y="479989"/>
                  </a:lnTo>
                  <a:lnTo>
                    <a:pt x="2038350" y="485775"/>
                  </a:lnTo>
                  <a:lnTo>
                    <a:pt x="1995311" y="479989"/>
                  </a:lnTo>
                  <a:lnTo>
                    <a:pt x="1956632" y="463662"/>
                  </a:lnTo>
                  <a:lnTo>
                    <a:pt x="1923859" y="438340"/>
                  </a:lnTo>
                  <a:lnTo>
                    <a:pt x="1898537" y="405567"/>
                  </a:lnTo>
                  <a:lnTo>
                    <a:pt x="1882210" y="366888"/>
                  </a:lnTo>
                  <a:lnTo>
                    <a:pt x="1876425" y="323850"/>
                  </a:lnTo>
                  <a:close/>
                </a:path>
                <a:path w="2466975" h="742950">
                  <a:moveTo>
                    <a:pt x="0" y="299974"/>
                  </a:moveTo>
                  <a:lnTo>
                    <a:pt x="3927" y="251331"/>
                  </a:lnTo>
                  <a:lnTo>
                    <a:pt x="15299" y="205183"/>
                  </a:lnTo>
                  <a:lnTo>
                    <a:pt x="33497" y="162146"/>
                  </a:lnTo>
                  <a:lnTo>
                    <a:pt x="57903" y="122840"/>
                  </a:lnTo>
                  <a:lnTo>
                    <a:pt x="87899" y="87884"/>
                  </a:lnTo>
                  <a:lnTo>
                    <a:pt x="122867" y="57895"/>
                  </a:lnTo>
                  <a:lnTo>
                    <a:pt x="162190" y="33494"/>
                  </a:lnTo>
                  <a:lnTo>
                    <a:pt x="205248" y="15298"/>
                  </a:lnTo>
                  <a:lnTo>
                    <a:pt x="251424" y="3927"/>
                  </a:lnTo>
                  <a:lnTo>
                    <a:pt x="300100" y="0"/>
                  </a:lnTo>
                  <a:lnTo>
                    <a:pt x="348743" y="3927"/>
                  </a:lnTo>
                  <a:lnTo>
                    <a:pt x="394891" y="15298"/>
                  </a:lnTo>
                  <a:lnTo>
                    <a:pt x="437928" y="33494"/>
                  </a:lnTo>
                  <a:lnTo>
                    <a:pt x="477234" y="57895"/>
                  </a:lnTo>
                  <a:lnTo>
                    <a:pt x="512190" y="87884"/>
                  </a:lnTo>
                  <a:lnTo>
                    <a:pt x="542179" y="122840"/>
                  </a:lnTo>
                  <a:lnTo>
                    <a:pt x="566580" y="162146"/>
                  </a:lnTo>
                  <a:lnTo>
                    <a:pt x="584776" y="205183"/>
                  </a:lnTo>
                  <a:lnTo>
                    <a:pt x="596147" y="251331"/>
                  </a:lnTo>
                  <a:lnTo>
                    <a:pt x="600075" y="299974"/>
                  </a:lnTo>
                  <a:lnTo>
                    <a:pt x="596147" y="348650"/>
                  </a:lnTo>
                  <a:lnTo>
                    <a:pt x="584776" y="394826"/>
                  </a:lnTo>
                  <a:lnTo>
                    <a:pt x="566580" y="437884"/>
                  </a:lnTo>
                  <a:lnTo>
                    <a:pt x="542179" y="477207"/>
                  </a:lnTo>
                  <a:lnTo>
                    <a:pt x="512190" y="512175"/>
                  </a:lnTo>
                  <a:lnTo>
                    <a:pt x="477234" y="542171"/>
                  </a:lnTo>
                  <a:lnTo>
                    <a:pt x="437928" y="566577"/>
                  </a:lnTo>
                  <a:lnTo>
                    <a:pt x="394891" y="584775"/>
                  </a:lnTo>
                  <a:lnTo>
                    <a:pt x="348743" y="596147"/>
                  </a:lnTo>
                  <a:lnTo>
                    <a:pt x="300100" y="600075"/>
                  </a:lnTo>
                  <a:lnTo>
                    <a:pt x="251424" y="596147"/>
                  </a:lnTo>
                  <a:lnTo>
                    <a:pt x="205248" y="584775"/>
                  </a:lnTo>
                  <a:lnTo>
                    <a:pt x="162190" y="566577"/>
                  </a:lnTo>
                  <a:lnTo>
                    <a:pt x="122867" y="542171"/>
                  </a:lnTo>
                  <a:lnTo>
                    <a:pt x="87899" y="512175"/>
                  </a:lnTo>
                  <a:lnTo>
                    <a:pt x="57903" y="477207"/>
                  </a:lnTo>
                  <a:lnTo>
                    <a:pt x="33497" y="437884"/>
                  </a:lnTo>
                  <a:lnTo>
                    <a:pt x="15299" y="394826"/>
                  </a:lnTo>
                  <a:lnTo>
                    <a:pt x="3927" y="348650"/>
                  </a:lnTo>
                  <a:lnTo>
                    <a:pt x="0" y="299974"/>
                  </a:lnTo>
                  <a:close/>
                </a:path>
              </a:pathLst>
            </a:custGeom>
            <a:ln w="38100">
              <a:solidFill>
                <a:srgbClr val="46B0E0"/>
              </a:solidFill>
            </a:ln>
          </p:spPr>
          <p:txBody>
            <a:bodyPr wrap="square" lIns="0" tIns="0" rIns="0" bIns="0" rtlCol="0"/>
            <a:lstStyle>
              <a:defPPr>
                <a:defRPr lang="ja-JP" kern="0"/>
              </a:defPPr>
              <a:lvl1pPr marL="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8" name="object 7">
            <a:extLst>
              <a:ext uri="{FF2B5EF4-FFF2-40B4-BE49-F238E27FC236}">
                <a16:creationId xmlns:a16="http://schemas.microsoft.com/office/drawing/2014/main" id="{3A3C5EF0-E3BB-CF09-479E-7813473DBBE7}"/>
              </a:ext>
            </a:extLst>
          </p:cNvPr>
          <p:cNvSpPr txBox="1"/>
          <p:nvPr/>
        </p:nvSpPr>
        <p:spPr>
          <a:xfrm>
            <a:off x="1547282" y="2901412"/>
            <a:ext cx="1034473" cy="62837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defPPr>
              <a:defRPr lang="ja-JP" kern="0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25" err="1">
                <a:solidFill>
                  <a:srgbClr val="FF0000"/>
                </a:solidFill>
                <a:latin typeface="Microsoft YaHei"/>
                <a:cs typeface="Microsoft YaHei"/>
              </a:rPr>
              <a:t>移動</a:t>
            </a:r>
            <a:endParaRPr lang="en-US" sz="4000">
              <a:solidFill>
                <a:srgbClr val="FF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A4EBB71F-6E04-FA57-7A7A-AEF89B612E83}"/>
              </a:ext>
            </a:extLst>
          </p:cNvPr>
          <p:cNvSpPr txBox="1"/>
          <p:nvPr/>
        </p:nvSpPr>
        <p:spPr>
          <a:xfrm>
            <a:off x="8980491" y="3807133"/>
            <a:ext cx="2301919" cy="62837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defPPr>
              <a:defRPr lang="ja-JP" kern="0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20" err="1">
                <a:solidFill>
                  <a:srgbClr val="FF0000"/>
                </a:solidFill>
                <a:latin typeface="Microsoft YaHei"/>
                <a:cs typeface="Microsoft YaHei"/>
              </a:rPr>
              <a:t>ジャンプ</a:t>
            </a:r>
            <a:endParaRPr lang="en-US" sz="4000">
              <a:solidFill>
                <a:srgbClr val="FF0000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01F969B0-A6E3-77EB-FC96-974707E3E6E6}"/>
              </a:ext>
            </a:extLst>
          </p:cNvPr>
          <p:cNvCxnSpPr/>
          <p:nvPr/>
        </p:nvCxnSpPr>
        <p:spPr>
          <a:xfrm>
            <a:off x="2652381" y="3215601"/>
            <a:ext cx="1763160" cy="223982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604B178-8F7B-08EF-E268-C090D87D8DBC}"/>
              </a:ext>
            </a:extLst>
          </p:cNvPr>
          <p:cNvSpPr txBox="1"/>
          <p:nvPr/>
        </p:nvSpPr>
        <p:spPr>
          <a:xfrm>
            <a:off x="8843775" y="2049959"/>
            <a:ext cx="2863508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kumimoji="1" lang="ja-JP" altLang="en-US" sz="4000" b="1" dirty="0">
                <a:solidFill>
                  <a:srgbClr val="FF0000"/>
                </a:solidFill>
                <a:latin typeface="Microsoft YaHei"/>
                <a:ea typeface="Microsoft YaHei"/>
              </a:rPr>
              <a:t>ダッシュ</a:t>
            </a:r>
            <a:endParaRPr lang="ja-JP" altLang="en-US" sz="4000" b="1" dirty="0">
              <a:solidFill>
                <a:srgbClr val="FF0000"/>
              </a:solidFill>
              <a:latin typeface="Microsoft YaHei"/>
              <a:ea typeface="Microsoft YaHei"/>
            </a:endParaRPr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D561A353-B04D-C296-A316-51B0D0C98D8C}"/>
              </a:ext>
            </a:extLst>
          </p:cNvPr>
          <p:cNvCxnSpPr>
            <a:cxnSpLocks/>
          </p:cNvCxnSpPr>
          <p:nvPr/>
        </p:nvCxnSpPr>
        <p:spPr>
          <a:xfrm flipV="1">
            <a:off x="6932083" y="2504403"/>
            <a:ext cx="1911692" cy="92369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C017C13B-139F-D997-200F-A0C1B88B2A47}"/>
              </a:ext>
            </a:extLst>
          </p:cNvPr>
          <p:cNvCxnSpPr>
            <a:cxnSpLocks/>
          </p:cNvCxnSpPr>
          <p:nvPr/>
        </p:nvCxnSpPr>
        <p:spPr>
          <a:xfrm>
            <a:off x="7270927" y="4002008"/>
            <a:ext cx="1709564" cy="11931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4337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7772CE07-4B39-4EF6-483F-BE66CACD99E5}"/>
              </a:ext>
            </a:extLst>
          </p:cNvPr>
          <p:cNvGrpSpPr/>
          <p:nvPr/>
        </p:nvGrpSpPr>
        <p:grpSpPr>
          <a:xfrm>
            <a:off x="2947865" y="100170"/>
            <a:ext cx="6507935" cy="946799"/>
            <a:chOff x="909353" y="481948"/>
            <a:chExt cx="6498166" cy="78072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6279101-B50E-A6F6-F261-2DF8ACDD2D73}"/>
                </a:ext>
              </a:extLst>
            </p:cNvPr>
            <p:cNvSpPr/>
            <p:nvPr/>
          </p:nvSpPr>
          <p:spPr>
            <a:xfrm>
              <a:off x="994833" y="586968"/>
              <a:ext cx="6318250" cy="571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ame 11">
              <a:extLst>
                <a:ext uri="{FF2B5EF4-FFF2-40B4-BE49-F238E27FC236}">
                  <a16:creationId xmlns:a16="http://schemas.microsoft.com/office/drawing/2014/main" id="{6DD9657F-373F-463A-5E06-827C2E7629E7}"/>
                </a:ext>
              </a:extLst>
            </p:cNvPr>
            <p:cNvSpPr/>
            <p:nvPr/>
          </p:nvSpPr>
          <p:spPr>
            <a:xfrm>
              <a:off x="909353" y="481948"/>
              <a:ext cx="6498166" cy="780723"/>
            </a:xfrm>
            <a:prstGeom prst="frame">
              <a:avLst/>
            </a:prstGeom>
            <a:solidFill>
              <a:srgbClr val="57EB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604B9731-C851-E07B-B573-5C535FCA2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0890" y="114753"/>
            <a:ext cx="6510216" cy="1061794"/>
          </a:xfrm>
        </p:spPr>
        <p:txBody>
          <a:bodyPr/>
          <a:lstStyle/>
          <a:p>
            <a:pPr algn="ctr"/>
            <a:r>
              <a:rPr kumimoji="1" lang="ja-JP" altLang="en-US" b="1" i="1" dirty="0">
                <a:solidFill>
                  <a:srgbClr val="FFC000"/>
                </a:solidFill>
                <a:latin typeface="HGP創英ﾌﾟﾚｾﾞﾝｽEB"/>
                <a:ea typeface="HGP創英ﾌﾟﾚｾﾞﾝｽEB"/>
              </a:rPr>
              <a:t>アイテム</a:t>
            </a:r>
            <a:r>
              <a:rPr kumimoji="1" lang="ja-JP" altLang="en-US" b="1" i="1" dirty="0">
                <a:latin typeface="HGP創英ﾌﾟﾚｾﾞﾝｽEB"/>
                <a:ea typeface="HGP創英ﾌﾟﾚｾﾞﾝｽEB"/>
              </a:rPr>
              <a:t>＆</a:t>
            </a:r>
            <a:r>
              <a:rPr kumimoji="1" lang="ja-JP" altLang="en-US" b="1" i="1" dirty="0">
                <a:solidFill>
                  <a:srgbClr val="00B050"/>
                </a:solidFill>
                <a:latin typeface="HGP創英ﾌﾟﾚｾﾞﾝｽEB"/>
                <a:ea typeface="HGP創英ﾌﾟﾚｾﾞﾝｽEB"/>
              </a:rPr>
              <a:t>ギミック</a:t>
            </a:r>
            <a:r>
              <a:rPr kumimoji="1" lang="ja-JP" altLang="en-US" b="1" i="1" dirty="0">
                <a:latin typeface="HGP創英ﾌﾟﾚｾﾞﾝｽEB"/>
                <a:ea typeface="HGP創英ﾌﾟﾚｾﾞﾝｽEB"/>
              </a:rPr>
              <a:t>＆</a:t>
            </a:r>
            <a:r>
              <a:rPr kumimoji="1" lang="ja-JP" altLang="en-US" b="1" i="1" dirty="0">
                <a:solidFill>
                  <a:srgbClr val="FF0000"/>
                </a:solidFill>
                <a:latin typeface="HGP創英ﾌﾟﾚｾﾞﾝｽEB"/>
                <a:ea typeface="HGP創英ﾌﾟﾚｾﾞﾝｽEB"/>
              </a:rPr>
              <a:t>敵</a:t>
            </a:r>
            <a:endParaRPr lang="en-US" altLang="ja-JP">
              <a:solidFill>
                <a:srgbClr val="FF0000"/>
              </a:solidFill>
              <a:ea typeface="游ゴシック Light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DD167D3-F6F2-2150-9033-78DFDEA969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9602" y="2286154"/>
            <a:ext cx="1094317" cy="1013884"/>
          </a:xfrm>
          <a:prstGeom prst="rect">
            <a:avLst/>
          </a:prstGeom>
        </p:spPr>
      </p:pic>
      <p:sp>
        <p:nvSpPr>
          <p:cNvPr id="6" name="object 7">
            <a:extLst>
              <a:ext uri="{FF2B5EF4-FFF2-40B4-BE49-F238E27FC236}">
                <a16:creationId xmlns:a16="http://schemas.microsoft.com/office/drawing/2014/main" id="{405ACA9A-E1CA-7C2D-835F-DB66683A3C11}"/>
              </a:ext>
            </a:extLst>
          </p:cNvPr>
          <p:cNvSpPr txBox="1"/>
          <p:nvPr/>
        </p:nvSpPr>
        <p:spPr>
          <a:xfrm>
            <a:off x="-282812" y="2288495"/>
            <a:ext cx="3982719" cy="4295856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defPPr>
              <a:defRPr lang="ja-JP" kern="0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ctr">
              <a:lnSpc>
                <a:spcPts val="2865"/>
              </a:lnSpc>
              <a:spcBef>
                <a:spcPts val="2900"/>
              </a:spcBef>
              <a:tabLst>
                <a:tab pos="355600" algn="l"/>
              </a:tabLst>
            </a:pPr>
            <a:r>
              <a:rPr lang="ja-JP" altLang="en-US" sz="2000" b="1" i="1" spc="-15">
                <a:latin typeface="游ゴシック"/>
                <a:ea typeface="游ゴシック"/>
                <a:cs typeface="SimSun"/>
              </a:rPr>
              <a:t>コンピュータ</a:t>
            </a:r>
            <a:endParaRPr lang="en-US" altLang="ja-JP" sz="2000" b="1" i="1" spc="-15">
              <a:latin typeface="游ゴシック"/>
              <a:ea typeface="游ゴシック"/>
              <a:cs typeface="SimSun"/>
            </a:endParaRPr>
          </a:p>
          <a:p>
            <a:pPr marL="469900" lvl="1">
              <a:lnSpc>
                <a:spcPts val="2865"/>
              </a:lnSpc>
              <a:tabLst>
                <a:tab pos="355600" algn="l"/>
              </a:tabLst>
            </a:pPr>
            <a:endParaRPr lang="ja-JP" altLang="en-US" spc="-15" dirty="0">
              <a:latin typeface="游ゴシック"/>
              <a:ea typeface="游ゴシック"/>
              <a:cs typeface="SimSun"/>
            </a:endParaRPr>
          </a:p>
          <a:p>
            <a:pPr marL="469900" lvl="1">
              <a:lnSpc>
                <a:spcPts val="2865"/>
              </a:lnSpc>
              <a:tabLst>
                <a:tab pos="355600" algn="l"/>
              </a:tabLst>
            </a:pPr>
            <a:endParaRPr lang="ja-JP" altLang="en-US" spc="-15" dirty="0">
              <a:latin typeface="游ゴシック"/>
              <a:ea typeface="游ゴシック"/>
              <a:cs typeface="SimSun"/>
            </a:endParaRPr>
          </a:p>
          <a:p>
            <a:pPr marL="469900" lvl="1">
              <a:lnSpc>
                <a:spcPts val="2865"/>
              </a:lnSpc>
              <a:tabLst>
                <a:tab pos="355600" algn="l"/>
              </a:tabLst>
            </a:pPr>
            <a:r>
              <a:rPr lang="ja-JP" altLang="en-US" b="1" spc="-15">
                <a:latin typeface="游ゴシック"/>
                <a:ea typeface="游ゴシック"/>
                <a:cs typeface="SimSun"/>
              </a:rPr>
              <a:t>課題を達成するためには</a:t>
            </a:r>
            <a:r>
              <a:rPr lang="ja-JP" altLang="en-US" sz="2000" b="1" spc="-15">
                <a:solidFill>
                  <a:srgbClr val="FF0000"/>
                </a:solidFill>
                <a:latin typeface="游ゴシック"/>
                <a:ea typeface="游ゴシック"/>
                <a:cs typeface="SimSun"/>
              </a:rPr>
              <a:t>積極的</a:t>
            </a:r>
            <a:r>
              <a:rPr lang="ja-JP" altLang="en-US" b="1" spc="-15">
                <a:latin typeface="游ゴシック"/>
                <a:ea typeface="游ゴシック"/>
                <a:cs typeface="SimSun"/>
              </a:rPr>
              <a:t>に取得しなければならない</a:t>
            </a:r>
            <a:endParaRPr lang="en-US" b="1" spc="-15">
              <a:latin typeface="游ゴシック"/>
              <a:ea typeface="游ゴシック"/>
              <a:cs typeface="SimSun"/>
            </a:endParaRPr>
          </a:p>
          <a:p>
            <a:pPr marL="12700">
              <a:spcBef>
                <a:spcPts val="100"/>
              </a:spcBef>
              <a:tabLst>
                <a:tab pos="355600" algn="l"/>
              </a:tabLst>
            </a:pPr>
            <a:endParaRPr lang="en-US" spc="-15" dirty="0">
              <a:latin typeface="游ゴシック"/>
              <a:ea typeface="SimSun"/>
              <a:cs typeface="SimSun"/>
            </a:endParaRPr>
          </a:p>
          <a:p>
            <a:pPr marL="12700">
              <a:spcBef>
                <a:spcPts val="100"/>
              </a:spcBef>
              <a:tabLst>
                <a:tab pos="355600" algn="l"/>
              </a:tabLst>
            </a:pPr>
            <a:endParaRPr lang="en-US" sz="2000" spc="-15" dirty="0">
              <a:latin typeface="游ゴシック"/>
              <a:ea typeface="SimSun"/>
              <a:cs typeface="SimSun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  <a:buFont typeface="Arial MT"/>
              <a:tabLst>
                <a:tab pos="355600" algn="l"/>
              </a:tabLst>
            </a:pPr>
            <a:r>
              <a:rPr sz="2000" b="1" i="1" spc="-15" err="1">
                <a:latin typeface="游ゴシック"/>
                <a:ea typeface="游ゴシック"/>
                <a:cs typeface="SimSun"/>
              </a:rPr>
              <a:t>おふとん</a:t>
            </a:r>
            <a:endParaRPr sz="2000" b="1" i="1">
              <a:latin typeface="游ゴシック"/>
              <a:ea typeface="游ゴシック"/>
              <a:cs typeface="SimSun"/>
            </a:endParaRPr>
          </a:p>
          <a:p>
            <a:pPr marL="469900" lvl="1">
              <a:lnSpc>
                <a:spcPts val="2865"/>
              </a:lnSpc>
              <a:spcBef>
                <a:spcPts val="50"/>
              </a:spcBef>
              <a:tabLst>
                <a:tab pos="812800" algn="l"/>
              </a:tabLst>
            </a:pPr>
            <a:endParaRPr lang="en-US" sz="2000" spc="-5" dirty="0">
              <a:latin typeface="游ゴシック"/>
              <a:ea typeface="游ゴシック"/>
              <a:cs typeface="SimSun"/>
            </a:endParaRPr>
          </a:p>
          <a:p>
            <a:pPr marL="469900" lvl="1">
              <a:lnSpc>
                <a:spcPts val="2865"/>
              </a:lnSpc>
              <a:spcBef>
                <a:spcPts val="50"/>
              </a:spcBef>
              <a:tabLst>
                <a:tab pos="812800" algn="l"/>
              </a:tabLst>
            </a:pPr>
            <a:r>
              <a:rPr sz="2000" b="1" spc="-5" err="1">
                <a:latin typeface="游ゴシック"/>
                <a:ea typeface="游ゴシック"/>
                <a:cs typeface="SimSun"/>
              </a:rPr>
              <a:t>取得すると、</a:t>
            </a:r>
            <a:r>
              <a:rPr sz="2400" b="1" spc="-5" err="1">
                <a:solidFill>
                  <a:srgbClr val="FF0000"/>
                </a:solidFill>
                <a:latin typeface="游ゴシック"/>
                <a:ea typeface="游ゴシック"/>
                <a:cs typeface="SimSun"/>
              </a:rPr>
              <a:t>疲労度が回復</a:t>
            </a:r>
            <a:endParaRPr sz="2400" b="1">
              <a:solidFill>
                <a:srgbClr val="FF0000"/>
              </a:solidFill>
              <a:latin typeface="游ゴシック"/>
              <a:ea typeface="游ゴシック"/>
              <a:cs typeface="SimSun"/>
            </a:endParaRPr>
          </a:p>
          <a:p>
            <a:pPr marL="469900" lvl="1">
              <a:lnSpc>
                <a:spcPts val="2865"/>
              </a:lnSpc>
              <a:tabLst>
                <a:tab pos="812800" algn="l"/>
              </a:tabLst>
            </a:pPr>
            <a:r>
              <a:rPr sz="2000" b="1" spc="-5" err="1">
                <a:latin typeface="游ゴシック"/>
                <a:ea typeface="游ゴシック"/>
                <a:cs typeface="SimSun"/>
              </a:rPr>
              <a:t>卒業までの日数が増加</a:t>
            </a:r>
            <a:endParaRPr sz="2000" b="1" spc="-5">
              <a:latin typeface="游ゴシック"/>
              <a:ea typeface="游ゴシック"/>
              <a:cs typeface="SimSun"/>
            </a:endParaRPr>
          </a:p>
          <a:p>
            <a:pPr marL="469900" lvl="1">
              <a:lnSpc>
                <a:spcPts val="2865"/>
              </a:lnSpc>
              <a:tabLst>
                <a:tab pos="355600" algn="l"/>
              </a:tabLst>
            </a:pPr>
            <a:endParaRPr lang="en-US" sz="2000" b="1" spc="-5" dirty="0">
              <a:latin typeface="游ゴシック"/>
              <a:ea typeface="SimSun"/>
              <a:cs typeface="SimSu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A45734-2D30-E046-9AB4-6A2DC3814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558" y="4438121"/>
            <a:ext cx="1183217" cy="1008592"/>
          </a:xfrm>
          <a:prstGeom prst="rect">
            <a:avLst/>
          </a:prstGeom>
        </p:spPr>
      </p:pic>
      <p:sp>
        <p:nvSpPr>
          <p:cNvPr id="8" name="object 7">
            <a:extLst>
              <a:ext uri="{FF2B5EF4-FFF2-40B4-BE49-F238E27FC236}">
                <a16:creationId xmlns:a16="http://schemas.microsoft.com/office/drawing/2014/main" id="{64F4F1E4-3BA6-9F5B-D801-DACA5A438F61}"/>
              </a:ext>
            </a:extLst>
          </p:cNvPr>
          <p:cNvSpPr txBox="1"/>
          <p:nvPr/>
        </p:nvSpPr>
        <p:spPr>
          <a:xfrm>
            <a:off x="3274216" y="2415290"/>
            <a:ext cx="4383062" cy="3906390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>
            <a:defPPr>
              <a:defRPr lang="ja-JP" kern="0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ctr">
              <a:lnSpc>
                <a:spcPct val="100000"/>
              </a:lnSpc>
              <a:spcBef>
                <a:spcPts val="105"/>
              </a:spcBef>
              <a:tabLst>
                <a:tab pos="355600" algn="l"/>
              </a:tabLst>
            </a:pPr>
            <a:r>
              <a:rPr sz="2800" b="1" spc="-30" err="1">
                <a:latin typeface="游ゴシック"/>
                <a:ea typeface="游ゴシック"/>
                <a:cs typeface="SimSun"/>
              </a:rPr>
              <a:t>課題</a:t>
            </a:r>
            <a:endParaRPr lang="en-US" sz="2800" b="1">
              <a:latin typeface="游ゴシック"/>
              <a:ea typeface="游ゴシック"/>
              <a:cs typeface="SimSun"/>
            </a:endParaRPr>
          </a:p>
          <a:p>
            <a:pPr marL="469900" lvl="1">
              <a:lnSpc>
                <a:spcPts val="2865"/>
              </a:lnSpc>
              <a:spcBef>
                <a:spcPts val="50"/>
              </a:spcBef>
              <a:tabLst>
                <a:tab pos="812800" algn="l"/>
              </a:tabLst>
            </a:pPr>
            <a:r>
              <a:rPr b="1" spc="-5" dirty="0">
                <a:latin typeface="游ゴシック"/>
                <a:ea typeface="游ゴシック"/>
                <a:cs typeface="SimSun"/>
              </a:rPr>
              <a:t>取得したのち、コンピュータを</a:t>
            </a:r>
            <a:r>
              <a:rPr sz="2800" b="1" spc="280" dirty="0">
                <a:solidFill>
                  <a:srgbClr val="FF0000"/>
                </a:solidFill>
                <a:latin typeface="游ゴシック"/>
                <a:ea typeface="游ゴシック"/>
                <a:cs typeface="SimSun"/>
              </a:rPr>
              <a:t>5</a:t>
            </a:r>
            <a:r>
              <a:rPr lang="ja-JP" sz="2800" b="1" spc="-15">
                <a:solidFill>
                  <a:srgbClr val="FF0000"/>
                </a:solidFill>
                <a:latin typeface="游ゴシック"/>
                <a:ea typeface="游ゴシック"/>
                <a:cs typeface="SimSun"/>
              </a:rPr>
              <a:t>個</a:t>
            </a:r>
            <a:r>
              <a:rPr lang="ja-JP" b="1" spc="-15">
                <a:latin typeface="游ゴシック"/>
                <a:ea typeface="游ゴシック"/>
                <a:cs typeface="SimSun"/>
              </a:rPr>
              <a:t>取ると完遂することができ、卒業までの日数が減る</a:t>
            </a:r>
            <a:r>
              <a:rPr lang="ja-JP" altLang="en-US" b="1" spc="-15" dirty="0">
                <a:latin typeface="游ゴシック"/>
                <a:ea typeface="游ゴシック"/>
                <a:cs typeface="SimSun"/>
              </a:rPr>
              <a:t>　　</a:t>
            </a:r>
            <a:r>
              <a:rPr lang="ja-JP" b="1" spc="-10" err="1">
                <a:latin typeface="游ゴシック"/>
                <a:ea typeface="游ゴシック"/>
                <a:cs typeface="SimSun"/>
              </a:rPr>
              <a:t>疲労度が増える</a:t>
            </a:r>
            <a:endParaRPr b="1">
              <a:latin typeface="游ゴシック"/>
              <a:ea typeface="游ゴシック"/>
              <a:cs typeface="SimSun"/>
            </a:endParaRPr>
          </a:p>
          <a:p>
            <a:pPr marL="12700" algn="ctr">
              <a:spcBef>
                <a:spcPts val="2900"/>
              </a:spcBef>
              <a:tabLst>
                <a:tab pos="355600" algn="l"/>
              </a:tabLst>
            </a:pPr>
            <a:endParaRPr lang="en-US" sz="2800" b="1" spc="-25" dirty="0">
              <a:latin typeface="游ゴシック"/>
              <a:ea typeface="游ゴシック"/>
              <a:cs typeface="SimSun"/>
            </a:endParaRPr>
          </a:p>
          <a:p>
            <a:pPr marL="12700" algn="ctr">
              <a:lnSpc>
                <a:spcPct val="100000"/>
              </a:lnSpc>
              <a:spcBef>
                <a:spcPts val="2900"/>
              </a:spcBef>
              <a:tabLst>
                <a:tab pos="355600" algn="l"/>
              </a:tabLst>
            </a:pPr>
            <a:r>
              <a:rPr sz="2800" b="1" spc="-25" err="1">
                <a:latin typeface="游ゴシック"/>
                <a:ea typeface="游ゴシック"/>
                <a:cs typeface="SimSun"/>
              </a:rPr>
              <a:t>授業</a:t>
            </a:r>
            <a:endParaRPr sz="2800" b="1">
              <a:latin typeface="游ゴシック"/>
              <a:ea typeface="游ゴシック"/>
              <a:cs typeface="SimSun"/>
            </a:endParaRPr>
          </a:p>
          <a:p>
            <a:pPr marL="469900" lvl="1">
              <a:lnSpc>
                <a:spcPts val="2865"/>
              </a:lnSpc>
              <a:spcBef>
                <a:spcPts val="50"/>
              </a:spcBef>
              <a:tabLst>
                <a:tab pos="812800" algn="l"/>
              </a:tabLst>
            </a:pPr>
            <a:r>
              <a:rPr b="1" spc="-5" dirty="0" err="1">
                <a:latin typeface="游ゴシック"/>
                <a:ea typeface="游ゴシック"/>
                <a:cs typeface="SimSun"/>
              </a:rPr>
              <a:t>取得すると、卒業までの日数が減る</a:t>
            </a:r>
            <a:endParaRPr b="1" dirty="0">
              <a:latin typeface="游ゴシック"/>
              <a:ea typeface="游ゴシック"/>
              <a:cs typeface="SimSun"/>
            </a:endParaRPr>
          </a:p>
          <a:p>
            <a:pPr marL="469900" lvl="1">
              <a:lnSpc>
                <a:spcPts val="2865"/>
              </a:lnSpc>
              <a:tabLst>
                <a:tab pos="812800" algn="l"/>
              </a:tabLst>
            </a:pPr>
            <a:r>
              <a:rPr b="1" spc="-20" err="1">
                <a:latin typeface="游ゴシック"/>
                <a:ea typeface="游ゴシック"/>
                <a:cs typeface="SimSun"/>
              </a:rPr>
              <a:t>疲労度が増える</a:t>
            </a:r>
            <a:endParaRPr b="1">
              <a:latin typeface="游ゴシック"/>
              <a:ea typeface="游ゴシック"/>
              <a:cs typeface="SimSun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438349C-2E75-EA33-AB2E-B1239E605E7D}"/>
              </a:ext>
            </a:extLst>
          </p:cNvPr>
          <p:cNvCxnSpPr/>
          <p:nvPr/>
        </p:nvCxnSpPr>
        <p:spPr>
          <a:xfrm flipV="1">
            <a:off x="1" y="1259415"/>
            <a:ext cx="12191996" cy="42332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1E2190-0136-3E19-9F03-158684969388}"/>
              </a:ext>
            </a:extLst>
          </p:cNvPr>
          <p:cNvCxnSpPr>
            <a:cxnSpLocks/>
          </p:cNvCxnSpPr>
          <p:nvPr/>
        </p:nvCxnSpPr>
        <p:spPr>
          <a:xfrm>
            <a:off x="3640666" y="1280582"/>
            <a:ext cx="10582" cy="5577416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D1BCEA0-78B5-5937-500F-2A9D639AF250}"/>
              </a:ext>
            </a:extLst>
          </p:cNvPr>
          <p:cNvSpPr txBox="1"/>
          <p:nvPr/>
        </p:nvSpPr>
        <p:spPr>
          <a:xfrm>
            <a:off x="455083" y="1333499"/>
            <a:ext cx="2921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4000" b="1">
                <a:solidFill>
                  <a:srgbClr val="FFC000"/>
                </a:solidFill>
                <a:ea typeface="游ゴシック"/>
              </a:rPr>
              <a:t>アイテム</a:t>
            </a:r>
            <a:endParaRPr lang="en-US" sz="3600" b="1" dirty="0">
              <a:solidFill>
                <a:srgbClr val="FFC000"/>
              </a:solidFill>
              <a:ea typeface="游ゴシック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D422568-4A42-2182-7CD2-715C6A1A99DB}"/>
              </a:ext>
            </a:extLst>
          </p:cNvPr>
          <p:cNvCxnSpPr>
            <a:cxnSpLocks/>
          </p:cNvCxnSpPr>
          <p:nvPr/>
        </p:nvCxnSpPr>
        <p:spPr>
          <a:xfrm>
            <a:off x="8244415" y="1280581"/>
            <a:ext cx="10582" cy="5577417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3697B06-39AC-E6DD-75AA-224B2B1FFC0C}"/>
              </a:ext>
            </a:extLst>
          </p:cNvPr>
          <p:cNvCxnSpPr>
            <a:cxnSpLocks/>
          </p:cNvCxnSpPr>
          <p:nvPr/>
        </p:nvCxnSpPr>
        <p:spPr>
          <a:xfrm flipV="1">
            <a:off x="0" y="6857999"/>
            <a:ext cx="12191996" cy="10582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E036455-7D8B-52C0-A503-030C878DB513}"/>
              </a:ext>
            </a:extLst>
          </p:cNvPr>
          <p:cNvSpPr txBox="1"/>
          <p:nvPr/>
        </p:nvSpPr>
        <p:spPr>
          <a:xfrm>
            <a:off x="4624917" y="1333500"/>
            <a:ext cx="31538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4000" b="1">
                <a:solidFill>
                  <a:srgbClr val="00B050"/>
                </a:solidFill>
                <a:ea typeface="游ゴシック"/>
              </a:rPr>
              <a:t>ギミック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380A95E-F29E-3195-8D31-899EADE3E1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7241" y="1677458"/>
            <a:ext cx="1285875" cy="12192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6EE46FA-AA8F-E1E5-507B-61254EDE32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1" y="4593981"/>
            <a:ext cx="1114425" cy="1000125"/>
          </a:xfrm>
          <a:prstGeom prst="rect">
            <a:avLst/>
          </a:prstGeom>
        </p:spPr>
      </p:pic>
      <p:sp>
        <p:nvSpPr>
          <p:cNvPr id="19" name="Speech Bubble: Oval 18">
            <a:extLst>
              <a:ext uri="{FF2B5EF4-FFF2-40B4-BE49-F238E27FC236}">
                <a16:creationId xmlns:a16="http://schemas.microsoft.com/office/drawing/2014/main" id="{5CEEFD2E-1724-9258-FECD-E921F28A85BA}"/>
              </a:ext>
            </a:extLst>
          </p:cNvPr>
          <p:cNvSpPr/>
          <p:nvPr/>
        </p:nvSpPr>
        <p:spPr>
          <a:xfrm rot="16200000">
            <a:off x="119411" y="4349944"/>
            <a:ext cx="878418" cy="994833"/>
          </a:xfrm>
          <a:prstGeom prst="wedgeEllipseCallou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424D0E-D097-03E5-657C-3C1F4BB3DE78}"/>
              </a:ext>
            </a:extLst>
          </p:cNvPr>
          <p:cNvSpPr txBox="1"/>
          <p:nvPr/>
        </p:nvSpPr>
        <p:spPr>
          <a:xfrm>
            <a:off x="63501" y="4624916"/>
            <a:ext cx="121708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400" b="1">
                <a:ea typeface="游ゴシック"/>
              </a:rPr>
              <a:t>大事！</a:t>
            </a:r>
            <a:endParaRPr lang="en-US" sz="2000" b="1">
              <a:ea typeface="游ゴシック"/>
            </a:endParaRPr>
          </a:p>
        </p:txBody>
      </p:sp>
      <p:sp>
        <p:nvSpPr>
          <p:cNvPr id="22" name="Speech Bubble: Oval 21">
            <a:extLst>
              <a:ext uri="{FF2B5EF4-FFF2-40B4-BE49-F238E27FC236}">
                <a16:creationId xmlns:a16="http://schemas.microsoft.com/office/drawing/2014/main" id="{F98B46A7-872C-933E-35A5-113BAB9EB61A}"/>
              </a:ext>
            </a:extLst>
          </p:cNvPr>
          <p:cNvSpPr/>
          <p:nvPr/>
        </p:nvSpPr>
        <p:spPr>
          <a:xfrm rot="16200000">
            <a:off x="18869" y="1868152"/>
            <a:ext cx="878418" cy="899583"/>
          </a:xfrm>
          <a:prstGeom prst="wedgeEllipseCallou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A7294A-2384-A16C-DCC8-FA2F53BF8A5A}"/>
              </a:ext>
            </a:extLst>
          </p:cNvPr>
          <p:cNvSpPr txBox="1"/>
          <p:nvPr/>
        </p:nvSpPr>
        <p:spPr>
          <a:xfrm>
            <a:off x="-10583" y="2106083"/>
            <a:ext cx="1174749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200" b="1">
                <a:ea typeface="游ゴシック"/>
              </a:rPr>
              <a:t>大事！</a:t>
            </a:r>
            <a:endParaRPr lang="en-US" sz="2200" b="1">
              <a:ea typeface="游ゴシック"/>
            </a:endParaRPr>
          </a:p>
        </p:txBody>
      </p:sp>
      <p:sp>
        <p:nvSpPr>
          <p:cNvPr id="24" name="object 7">
            <a:extLst>
              <a:ext uri="{FF2B5EF4-FFF2-40B4-BE49-F238E27FC236}">
                <a16:creationId xmlns:a16="http://schemas.microsoft.com/office/drawing/2014/main" id="{241F14B9-17B8-4914-CBE8-6B0FD213450D}"/>
              </a:ext>
            </a:extLst>
          </p:cNvPr>
          <p:cNvSpPr txBox="1">
            <a:spLocks noGrp="1"/>
          </p:cNvSpPr>
          <p:nvPr/>
        </p:nvSpPr>
        <p:spPr>
          <a:xfrm>
            <a:off x="7944338" y="2417762"/>
            <a:ext cx="4301735" cy="401135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2400" b="0" i="0" kern="1200">
                <a:solidFill>
                  <a:schemeClr val="tx1"/>
                </a:solidFill>
                <a:latin typeface="SimSun"/>
                <a:ea typeface="+mn-ea"/>
                <a:cs typeface="SimSun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sz="2800" b="1" spc="-20" err="1">
                <a:latin typeface="游ゴシック"/>
                <a:ea typeface="游ゴシック"/>
              </a:rPr>
              <a:t>ゲーム</a:t>
            </a:r>
            <a:endParaRPr lang="en-US" sz="2800" b="1">
              <a:latin typeface="游ゴシック"/>
              <a:ea typeface="游ゴシック"/>
            </a:endParaRPr>
          </a:p>
          <a:p>
            <a:pPr marL="469900" lvl="1">
              <a:lnSpc>
                <a:spcPts val="2870"/>
              </a:lnSpc>
              <a:spcBef>
                <a:spcPts val="50"/>
              </a:spcBef>
              <a:tabLst>
                <a:tab pos="812800" algn="l"/>
              </a:tabLst>
            </a:pPr>
            <a:r>
              <a:rPr b="1" spc="-20" dirty="0" err="1">
                <a:latin typeface="游ゴシック"/>
                <a:ea typeface="游ゴシック"/>
                <a:cs typeface="SimSun"/>
              </a:rPr>
              <a:t>疲労度が上昇</a:t>
            </a:r>
            <a:endParaRPr b="1" dirty="0">
              <a:latin typeface="游ゴシック"/>
              <a:ea typeface="游ゴシック"/>
              <a:cs typeface="SimSun"/>
            </a:endParaRPr>
          </a:p>
          <a:p>
            <a:pPr marL="469900" lvl="1">
              <a:lnSpc>
                <a:spcPts val="2855"/>
              </a:lnSpc>
              <a:tabLst>
                <a:tab pos="812800" algn="l"/>
              </a:tabLst>
            </a:pPr>
            <a:r>
              <a:rPr lang="ja-JP" sz="2000" b="1" spc="-5">
                <a:solidFill>
                  <a:srgbClr val="FF0000"/>
                </a:solidFill>
                <a:latin typeface="游ゴシック"/>
                <a:ea typeface="游ゴシック"/>
                <a:cs typeface="SimSun"/>
              </a:rPr>
              <a:t>卒業までの日数が少しだけ増える</a:t>
            </a:r>
            <a:endParaRPr sz="2000" b="1">
              <a:solidFill>
                <a:srgbClr val="FF0000"/>
              </a:solidFill>
              <a:latin typeface="游ゴシック"/>
              <a:ea typeface="游ゴシック"/>
              <a:cs typeface="SimSun"/>
            </a:endParaRPr>
          </a:p>
          <a:p>
            <a:pPr marL="469900" lvl="1">
              <a:lnSpc>
                <a:spcPts val="2865"/>
              </a:lnSpc>
              <a:tabLst>
                <a:tab pos="812800" algn="l"/>
              </a:tabLst>
            </a:pPr>
            <a:r>
              <a:rPr b="1" spc="-15" err="1">
                <a:latin typeface="游ゴシック"/>
                <a:ea typeface="游ゴシック"/>
                <a:cs typeface="SimSun"/>
              </a:rPr>
              <a:t>踏みつけると、倒すことができ</a:t>
            </a:r>
            <a:r>
              <a:rPr b="1" spc="-15" dirty="0">
                <a:latin typeface="游ゴシック"/>
                <a:ea typeface="游ゴシック"/>
                <a:cs typeface="SimSun"/>
              </a:rPr>
              <a:t>、</a:t>
            </a:r>
            <a:endParaRPr b="1">
              <a:latin typeface="游ゴシック"/>
              <a:ea typeface="游ゴシック"/>
              <a:cs typeface="SimSun"/>
            </a:endParaRPr>
          </a:p>
          <a:p>
            <a:pPr marL="469900">
              <a:lnSpc>
                <a:spcPct val="100000"/>
              </a:lnSpc>
              <a:spcBef>
                <a:spcPts val="50"/>
              </a:spcBef>
            </a:pPr>
            <a:r>
              <a:rPr sz="1800" b="1" spc="-10" dirty="0" err="1">
                <a:latin typeface="游ゴシック"/>
                <a:ea typeface="游ゴシック"/>
              </a:rPr>
              <a:t>プレイヤーが跳ねる</a:t>
            </a:r>
            <a:endParaRPr sz="1800" b="1" spc="-10" dirty="0">
              <a:latin typeface="游ゴシック"/>
              <a:ea typeface="游ゴシック"/>
            </a:endParaRPr>
          </a:p>
          <a:p>
            <a:pPr marL="12700" algn="ctr">
              <a:lnSpc>
                <a:spcPts val="2870"/>
              </a:lnSpc>
              <a:spcBef>
                <a:spcPts val="2900"/>
              </a:spcBef>
              <a:tabLst>
                <a:tab pos="355600" algn="l"/>
              </a:tabLst>
            </a:pPr>
            <a:r>
              <a:rPr sz="2800" b="1" spc="-25" dirty="0" err="1">
                <a:latin typeface="游ゴシック"/>
                <a:ea typeface="游ゴシック"/>
              </a:rPr>
              <a:t>スマホ</a:t>
            </a:r>
            <a:endParaRPr lang="en-US" sz="2800" b="1" spc="-25" dirty="0" err="1">
              <a:latin typeface="游ゴシック"/>
              <a:ea typeface="游ゴシック"/>
            </a:endParaRPr>
          </a:p>
          <a:p>
            <a:pPr marL="469900" lvl="1">
              <a:lnSpc>
                <a:spcPts val="2855"/>
              </a:lnSpc>
              <a:tabLst>
                <a:tab pos="812800" algn="l"/>
              </a:tabLst>
            </a:pPr>
            <a:endParaRPr lang="en-US" spc="-10" dirty="0">
              <a:latin typeface="游ゴシック"/>
              <a:ea typeface="游ゴシック"/>
              <a:cs typeface="SimSun"/>
            </a:endParaRPr>
          </a:p>
          <a:p>
            <a:pPr marL="469900" lvl="1">
              <a:lnSpc>
                <a:spcPts val="2855"/>
              </a:lnSpc>
              <a:tabLst>
                <a:tab pos="812800" algn="l"/>
              </a:tabLst>
            </a:pPr>
            <a:r>
              <a:rPr b="1" spc="-10" dirty="0" err="1">
                <a:latin typeface="游ゴシック"/>
                <a:ea typeface="游ゴシック"/>
                <a:cs typeface="SimSun"/>
              </a:rPr>
              <a:t>疲労度が上昇</a:t>
            </a:r>
            <a:endParaRPr b="1" dirty="0">
              <a:latin typeface="游ゴシック"/>
              <a:ea typeface="游ゴシック"/>
              <a:cs typeface="SimSun"/>
            </a:endParaRPr>
          </a:p>
          <a:p>
            <a:pPr marL="469900" lvl="1">
              <a:lnSpc>
                <a:spcPts val="2865"/>
              </a:lnSpc>
              <a:tabLst>
                <a:tab pos="812800" algn="l"/>
              </a:tabLst>
            </a:pPr>
            <a:r>
              <a:rPr sz="2000" b="1" spc="-15" err="1">
                <a:solidFill>
                  <a:srgbClr val="FF0000"/>
                </a:solidFill>
                <a:latin typeface="游ゴシック"/>
                <a:ea typeface="游ゴシック"/>
                <a:cs typeface="SimSun"/>
              </a:rPr>
              <a:t>卒業までの日数が増える</a:t>
            </a:r>
            <a:endParaRPr sz="2000" b="1">
              <a:solidFill>
                <a:srgbClr val="FF0000"/>
              </a:solidFill>
              <a:latin typeface="游ゴシック"/>
              <a:ea typeface="游ゴシック"/>
              <a:cs typeface="SimSun"/>
            </a:endParaRPr>
          </a:p>
          <a:p>
            <a:pPr marL="469900" lvl="1">
              <a:lnSpc>
                <a:spcPct val="100000"/>
              </a:lnSpc>
              <a:spcBef>
                <a:spcPts val="50"/>
              </a:spcBef>
              <a:tabLst>
                <a:tab pos="812800" algn="l"/>
              </a:tabLst>
            </a:pPr>
            <a:r>
              <a:rPr b="1" spc="-10" dirty="0" err="1">
                <a:latin typeface="游ゴシック"/>
                <a:ea typeface="游ゴシック"/>
                <a:cs typeface="SimSun"/>
              </a:rPr>
              <a:t>踏むと倒せる</a:t>
            </a:r>
            <a:endParaRPr b="1" dirty="0">
              <a:latin typeface="游ゴシック"/>
              <a:ea typeface="游ゴシック"/>
              <a:cs typeface="SimSun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8CA9EA4-6A6B-309B-4BC6-D3CF3054D572}"/>
              </a:ext>
            </a:extLst>
          </p:cNvPr>
          <p:cNvCxnSpPr>
            <a:cxnSpLocks/>
          </p:cNvCxnSpPr>
          <p:nvPr/>
        </p:nvCxnSpPr>
        <p:spPr>
          <a:xfrm>
            <a:off x="12191999" y="1259415"/>
            <a:ext cx="10582" cy="5577416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C35BB4E-273E-1308-24F1-A5F5DDE44649}"/>
              </a:ext>
            </a:extLst>
          </p:cNvPr>
          <p:cNvCxnSpPr>
            <a:cxnSpLocks/>
          </p:cNvCxnSpPr>
          <p:nvPr/>
        </p:nvCxnSpPr>
        <p:spPr>
          <a:xfrm>
            <a:off x="-2" y="1291164"/>
            <a:ext cx="10582" cy="5577416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962718F0-08A8-1554-6103-E63F9F1AFF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0265" y="1804010"/>
            <a:ext cx="1561612" cy="135963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23300AC-C9A2-9589-55D8-C5BBBD90B1F3}"/>
              </a:ext>
            </a:extLst>
          </p:cNvPr>
          <p:cNvSpPr txBox="1"/>
          <p:nvPr/>
        </p:nvSpPr>
        <p:spPr>
          <a:xfrm>
            <a:off x="9673166" y="1322917"/>
            <a:ext cx="197908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4000" b="1">
                <a:solidFill>
                  <a:srgbClr val="FF0000"/>
                </a:solidFill>
                <a:ea typeface="游ゴシック"/>
              </a:rPr>
              <a:t>敵</a:t>
            </a:r>
            <a:endParaRPr lang="en-US" sz="3200" b="1">
              <a:solidFill>
                <a:srgbClr val="FF0000"/>
              </a:solidFill>
              <a:ea typeface="游ゴシック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37257E-C14E-FA9D-8ED7-5394D28030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41634" y="4411173"/>
            <a:ext cx="1347422" cy="1366960"/>
          </a:xfrm>
          <a:prstGeom prst="rect">
            <a:avLst/>
          </a:prstGeom>
        </p:spPr>
      </p:pic>
      <p:sp>
        <p:nvSpPr>
          <p:cNvPr id="30" name="Speech Bubble: Oval 29">
            <a:extLst>
              <a:ext uri="{FF2B5EF4-FFF2-40B4-BE49-F238E27FC236}">
                <a16:creationId xmlns:a16="http://schemas.microsoft.com/office/drawing/2014/main" id="{208D5DC9-A278-C76E-39D2-A8A41F73C118}"/>
              </a:ext>
            </a:extLst>
          </p:cNvPr>
          <p:cNvSpPr/>
          <p:nvPr/>
        </p:nvSpPr>
        <p:spPr>
          <a:xfrm rot="14580000" flipV="1">
            <a:off x="10614395" y="65972"/>
            <a:ext cx="1258603" cy="1821146"/>
          </a:xfrm>
          <a:prstGeom prst="wedgeEllipseCallou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D283E4-38E6-9722-55BF-235D874A16A5}"/>
              </a:ext>
            </a:extLst>
          </p:cNvPr>
          <p:cNvSpPr txBox="1"/>
          <p:nvPr/>
        </p:nvSpPr>
        <p:spPr>
          <a:xfrm>
            <a:off x="10352128" y="814102"/>
            <a:ext cx="18398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b="1">
                <a:ea typeface="游ゴシック"/>
              </a:rPr>
              <a:t>惑わされるな！</a:t>
            </a:r>
            <a:endParaRPr lang="en-US" b="1">
              <a:ea typeface="游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920979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青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11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テーマ</vt:lpstr>
      <vt:lpstr>ゲームルール</vt:lpstr>
      <vt:lpstr>操作説明</vt:lpstr>
      <vt:lpstr>アイテム＆ギミック＆敵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ゲームルール</dc:title>
  <dc:creator>佐藤 颯晃</dc:creator>
  <cp:lastModifiedBy>佐藤 颯晃</cp:lastModifiedBy>
  <cp:revision>257</cp:revision>
  <dcterms:created xsi:type="dcterms:W3CDTF">2025-10-08T08:31:27Z</dcterms:created>
  <dcterms:modified xsi:type="dcterms:W3CDTF">2025-10-10T05:43:13Z</dcterms:modified>
</cp:coreProperties>
</file>